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DC25BC-EB38-495D-8988-6F0B24B3CC51}" v="198" dt="2026-01-20T01:49:15.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 Pefung" userId="8ecda4aa74ae26c7" providerId="LiveId" clId="{B3A9A0BC-C2DA-4EE5-A13C-F91E2D186FCC}"/>
    <pc:docChg chg="undo custSel addSld delSld modSld modMainMaster">
      <pc:chgData name="Rodrigue Pefung" userId="8ecda4aa74ae26c7" providerId="LiveId" clId="{B3A9A0BC-C2DA-4EE5-A13C-F91E2D186FCC}" dt="2026-01-20T01:52:24.391" v="2148" actId="1076"/>
      <pc:docMkLst>
        <pc:docMk/>
      </pc:docMkLst>
      <pc:sldChg chg="addSp delSp modSp mod setBg addAnim delAnim delDesignElem">
        <pc:chgData name="Rodrigue Pefung" userId="8ecda4aa74ae26c7" providerId="LiveId" clId="{B3A9A0BC-C2DA-4EE5-A13C-F91E2D186FCC}" dt="2026-01-20T01:47:11.468" v="2129"/>
        <pc:sldMkLst>
          <pc:docMk/>
          <pc:sldMk cId="3860712075" sldId="256"/>
        </pc:sldMkLst>
        <pc:spChg chg="mod">
          <ac:chgData name="Rodrigue Pefung" userId="8ecda4aa74ae26c7" providerId="LiveId" clId="{B3A9A0BC-C2DA-4EE5-A13C-F91E2D186FCC}" dt="2026-01-20T01:44:00.166" v="2108" actId="26606"/>
          <ac:spMkLst>
            <pc:docMk/>
            <pc:sldMk cId="3860712075" sldId="256"/>
            <ac:spMk id="2" creationId="{0B70FBC8-6E98-AB78-EF5D-BCB14EF85A3E}"/>
          </ac:spMkLst>
        </pc:spChg>
        <pc:spChg chg="mod">
          <ac:chgData name="Rodrigue Pefung" userId="8ecda4aa74ae26c7" providerId="LiveId" clId="{B3A9A0BC-C2DA-4EE5-A13C-F91E2D186FCC}" dt="2026-01-20T01:44:00.166" v="2108" actId="26606"/>
          <ac:spMkLst>
            <pc:docMk/>
            <pc:sldMk cId="3860712075" sldId="256"/>
            <ac:spMk id="3" creationId="{16132B70-A299-CE6D-4EDB-5C4D366B2061}"/>
          </ac:spMkLst>
        </pc:spChg>
        <pc:spChg chg="add del">
          <ac:chgData name="Rodrigue Pefung" userId="8ecda4aa74ae26c7" providerId="LiveId" clId="{B3A9A0BC-C2DA-4EE5-A13C-F91E2D186FCC}" dt="2026-01-19T20:29:31.868" v="370" actId="26606"/>
          <ac:spMkLst>
            <pc:docMk/>
            <pc:sldMk cId="3860712075" sldId="256"/>
            <ac:spMk id="26" creationId="{A3363022-C969-41E9-8EB2-E4C94908C1FA}"/>
          </ac:spMkLst>
        </pc:spChg>
        <pc:spChg chg="add del">
          <ac:chgData name="Rodrigue Pefung" userId="8ecda4aa74ae26c7" providerId="LiveId" clId="{B3A9A0BC-C2DA-4EE5-A13C-F91E2D186FCC}" dt="2026-01-19T20:29:31.868" v="370" actId="26606"/>
          <ac:spMkLst>
            <pc:docMk/>
            <pc:sldMk cId="3860712075" sldId="256"/>
            <ac:spMk id="27" creationId="{8D1AD6B3-BE88-4CEB-BA17-790657CC4729}"/>
          </ac:spMkLst>
        </pc:spChg>
        <pc:spChg chg="add del">
          <ac:chgData name="Rodrigue Pefung" userId="8ecda4aa74ae26c7" providerId="LiveId" clId="{B3A9A0BC-C2DA-4EE5-A13C-F91E2D186FCC}" dt="2026-01-19T20:29:15.536" v="363" actId="26606"/>
          <ac:spMkLst>
            <pc:docMk/>
            <pc:sldMk cId="3860712075" sldId="256"/>
            <ac:spMk id="36" creationId="{46012474-397F-473B-BED8-7BAB6B688770}"/>
          </ac:spMkLst>
        </pc:spChg>
        <pc:spChg chg="add del">
          <ac:chgData name="Rodrigue Pefung" userId="8ecda4aa74ae26c7" providerId="LiveId" clId="{B3A9A0BC-C2DA-4EE5-A13C-F91E2D186FCC}" dt="2026-01-19T20:29:15.536" v="363" actId="26606"/>
          <ac:spMkLst>
            <pc:docMk/>
            <pc:sldMk cId="3860712075" sldId="256"/>
            <ac:spMk id="38" creationId="{6D7FB18D-7577-4ADC-8C1C-EA27EFD2B051}"/>
          </ac:spMkLst>
        </pc:spChg>
        <pc:spChg chg="add del">
          <ac:chgData name="Rodrigue Pefung" userId="8ecda4aa74ae26c7" providerId="LiveId" clId="{B3A9A0BC-C2DA-4EE5-A13C-F91E2D186FCC}" dt="2026-01-19T20:29:15.536" v="363" actId="26606"/>
          <ac:spMkLst>
            <pc:docMk/>
            <pc:sldMk cId="3860712075" sldId="256"/>
            <ac:spMk id="40" creationId="{F08127CB-E3FE-4DDE-86C6-8448A8C381D5}"/>
          </ac:spMkLst>
        </pc:spChg>
        <pc:spChg chg="add del">
          <ac:chgData name="Rodrigue Pefung" userId="8ecda4aa74ae26c7" providerId="LiveId" clId="{B3A9A0BC-C2DA-4EE5-A13C-F91E2D186FCC}" dt="2026-01-19T20:29:15.536" v="363" actId="26606"/>
          <ac:spMkLst>
            <pc:docMk/>
            <pc:sldMk cId="3860712075" sldId="256"/>
            <ac:spMk id="42" creationId="{36C4F2D5-541D-4032-8CC7-49992771DECF}"/>
          </ac:spMkLst>
        </pc:spChg>
        <pc:spChg chg="add del">
          <ac:chgData name="Rodrigue Pefung" userId="8ecda4aa74ae26c7" providerId="LiveId" clId="{B3A9A0BC-C2DA-4EE5-A13C-F91E2D186FCC}" dt="2026-01-19T20:29:15.536" v="363" actId="26606"/>
          <ac:spMkLst>
            <pc:docMk/>
            <pc:sldMk cId="3860712075" sldId="256"/>
            <ac:spMk id="44" creationId="{01C84AF8-30D9-46A2-82DB-3344A06709CB}"/>
          </ac:spMkLst>
        </pc:spChg>
        <pc:spChg chg="add del">
          <ac:chgData name="Rodrigue Pefung" userId="8ecda4aa74ae26c7" providerId="LiveId" clId="{B3A9A0BC-C2DA-4EE5-A13C-F91E2D186FCC}" dt="2026-01-19T20:29:16.936" v="365" actId="26606"/>
          <ac:spMkLst>
            <pc:docMk/>
            <pc:sldMk cId="3860712075" sldId="256"/>
            <ac:spMk id="46" creationId="{A3363022-C969-41E9-8EB2-E4C94908C1FA}"/>
          </ac:spMkLst>
        </pc:spChg>
        <pc:spChg chg="add del">
          <ac:chgData name="Rodrigue Pefung" userId="8ecda4aa74ae26c7" providerId="LiveId" clId="{B3A9A0BC-C2DA-4EE5-A13C-F91E2D186FCC}" dt="2026-01-19T20:29:16.936" v="365" actId="26606"/>
          <ac:spMkLst>
            <pc:docMk/>
            <pc:sldMk cId="3860712075" sldId="256"/>
            <ac:spMk id="47" creationId="{8D1AD6B3-BE88-4CEB-BA17-790657CC4729}"/>
          </ac:spMkLst>
        </pc:spChg>
        <pc:spChg chg="add del">
          <ac:chgData name="Rodrigue Pefung" userId="8ecda4aa74ae26c7" providerId="LiveId" clId="{B3A9A0BC-C2DA-4EE5-A13C-F91E2D186FCC}" dt="2026-01-19T20:29:31.857" v="369" actId="26606"/>
          <ac:spMkLst>
            <pc:docMk/>
            <pc:sldMk cId="3860712075" sldId="256"/>
            <ac:spMk id="51" creationId="{362D44EE-C852-4460-B8B5-C4F2BC20510C}"/>
          </ac:spMkLst>
        </pc:spChg>
        <pc:spChg chg="del">
          <ac:chgData name="Rodrigue Pefung" userId="8ecda4aa74ae26c7" providerId="LiveId" clId="{B3A9A0BC-C2DA-4EE5-A13C-F91E2D186FCC}" dt="2026-01-19T20:29:31.857" v="369" actId="26606"/>
          <ac:spMkLst>
            <pc:docMk/>
            <pc:sldMk cId="3860712075" sldId="256"/>
            <ac:spMk id="52" creationId="{658970D8-8D1D-4B5C-894B-E871CC86543D}"/>
          </ac:spMkLst>
        </pc:spChg>
        <pc:spChg chg="add del">
          <ac:chgData name="Rodrigue Pefung" userId="8ecda4aa74ae26c7" providerId="LiveId" clId="{B3A9A0BC-C2DA-4EE5-A13C-F91E2D186FCC}" dt="2026-01-19T20:29:31.857" v="369" actId="26606"/>
          <ac:spMkLst>
            <pc:docMk/>
            <pc:sldMk cId="3860712075" sldId="256"/>
            <ac:spMk id="53" creationId="{F227E5B6-9132-43CA-B503-37A18562ADF2}"/>
          </ac:spMkLst>
        </pc:spChg>
        <pc:spChg chg="add del">
          <ac:chgData name="Rodrigue Pefung" userId="8ecda4aa74ae26c7" providerId="LiveId" clId="{B3A9A0BC-C2DA-4EE5-A13C-F91E2D186FCC}" dt="2026-01-19T20:29:31.857" v="369" actId="26606"/>
          <ac:spMkLst>
            <pc:docMk/>
            <pc:sldMk cId="3860712075" sldId="256"/>
            <ac:spMk id="54" creationId="{03C2051E-A88D-48E5-BACF-AAED17892722}"/>
          </ac:spMkLst>
        </pc:spChg>
        <pc:spChg chg="add del">
          <ac:chgData name="Rodrigue Pefung" userId="8ecda4aa74ae26c7" providerId="LiveId" clId="{B3A9A0BC-C2DA-4EE5-A13C-F91E2D186FCC}" dt="2026-01-19T20:29:31.857" v="369" actId="26606"/>
          <ac:spMkLst>
            <pc:docMk/>
            <pc:sldMk cId="3860712075" sldId="256"/>
            <ac:spMk id="55" creationId="{7821A508-2985-4905-874A-527429BAABFA}"/>
          </ac:spMkLst>
        </pc:spChg>
        <pc:spChg chg="add del">
          <ac:chgData name="Rodrigue Pefung" userId="8ecda4aa74ae26c7" providerId="LiveId" clId="{B3A9A0BC-C2DA-4EE5-A13C-F91E2D186FCC}" dt="2026-01-19T20:29:31.857" v="369" actId="26606"/>
          <ac:spMkLst>
            <pc:docMk/>
            <pc:sldMk cId="3860712075" sldId="256"/>
            <ac:spMk id="56" creationId="{D2929CB1-0E3C-4B2D-ADC5-0154FB33BA44}"/>
          </ac:spMkLst>
        </pc:spChg>
        <pc:spChg chg="add del">
          <ac:chgData name="Rodrigue Pefung" userId="8ecda4aa74ae26c7" providerId="LiveId" clId="{B3A9A0BC-C2DA-4EE5-A13C-F91E2D186FCC}" dt="2026-01-19T20:29:31.857" v="369" actId="26606"/>
          <ac:spMkLst>
            <pc:docMk/>
            <pc:sldMk cId="3860712075" sldId="256"/>
            <ac:spMk id="57" creationId="{5F2F0C84-BE8C-4DC2-A6D3-30349A801D5C}"/>
          </ac:spMkLst>
        </pc:spChg>
        <pc:spChg chg="add del">
          <ac:chgData name="Rodrigue Pefung" userId="8ecda4aa74ae26c7" providerId="LiveId" clId="{B3A9A0BC-C2DA-4EE5-A13C-F91E2D186FCC}" dt="2026-01-19T23:46:50.370" v="1011" actId="26606"/>
          <ac:spMkLst>
            <pc:docMk/>
            <pc:sldMk cId="3860712075" sldId="256"/>
            <ac:spMk id="59" creationId="{3301E07F-4F79-4B58-8698-EF24DC1ECDBF}"/>
          </ac:spMkLst>
        </pc:spChg>
        <pc:spChg chg="add del">
          <ac:chgData name="Rodrigue Pefung" userId="8ecda4aa74ae26c7" providerId="LiveId" clId="{B3A9A0BC-C2DA-4EE5-A13C-F91E2D186FCC}" dt="2026-01-19T23:46:50.370" v="1011" actId="26606"/>
          <ac:spMkLst>
            <pc:docMk/>
            <pc:sldMk cId="3860712075" sldId="256"/>
            <ac:spMk id="60" creationId="{E58B2195-5055-402F-A3E7-53FF0E4980C3}"/>
          </ac:spMkLst>
        </pc:spChg>
        <pc:spChg chg="add del">
          <ac:chgData name="Rodrigue Pefung" userId="8ecda4aa74ae26c7" providerId="LiveId" clId="{B3A9A0BC-C2DA-4EE5-A13C-F91E2D186FCC}" dt="2026-01-19T23:46:50.370" v="1011" actId="26606"/>
          <ac:spMkLst>
            <pc:docMk/>
            <pc:sldMk cId="3860712075" sldId="256"/>
            <ac:spMk id="61" creationId="{9EE6F773-742A-491A-9A00-A2A150DF500A}"/>
          </ac:spMkLst>
        </pc:spChg>
        <pc:spChg chg="add del">
          <ac:chgData name="Rodrigue Pefung" userId="8ecda4aa74ae26c7" providerId="LiveId" clId="{B3A9A0BC-C2DA-4EE5-A13C-F91E2D186FCC}" dt="2026-01-19T23:46:30.879" v="1006" actId="26606"/>
          <ac:spMkLst>
            <pc:docMk/>
            <pc:sldMk cId="3860712075" sldId="256"/>
            <ac:spMk id="66" creationId="{A3363022-C969-41E9-8EB2-E4C94908C1FA}"/>
          </ac:spMkLst>
        </pc:spChg>
        <pc:spChg chg="add del">
          <ac:chgData name="Rodrigue Pefung" userId="8ecda4aa74ae26c7" providerId="LiveId" clId="{B3A9A0BC-C2DA-4EE5-A13C-F91E2D186FCC}" dt="2026-01-19T23:46:30.879" v="1006" actId="26606"/>
          <ac:spMkLst>
            <pc:docMk/>
            <pc:sldMk cId="3860712075" sldId="256"/>
            <ac:spMk id="68" creationId="{8D1AD6B3-BE88-4CEB-BA17-790657CC4729}"/>
          </ac:spMkLst>
        </pc:spChg>
        <pc:spChg chg="add del">
          <ac:chgData name="Rodrigue Pefung" userId="8ecda4aa74ae26c7" providerId="LiveId" clId="{B3A9A0BC-C2DA-4EE5-A13C-F91E2D186FCC}" dt="2026-01-19T23:46:50.354" v="1010" actId="26606"/>
          <ac:spMkLst>
            <pc:docMk/>
            <pc:sldMk cId="3860712075" sldId="256"/>
            <ac:spMk id="74" creationId="{01C84AF8-30D9-46A2-82DB-3344A06709CB}"/>
          </ac:spMkLst>
        </pc:spChg>
        <pc:spChg chg="add del">
          <ac:chgData name="Rodrigue Pefung" userId="8ecda4aa74ae26c7" providerId="LiveId" clId="{B3A9A0BC-C2DA-4EE5-A13C-F91E2D186FCC}" dt="2026-01-19T23:46:50.354" v="1010" actId="26606"/>
          <ac:spMkLst>
            <pc:docMk/>
            <pc:sldMk cId="3860712075" sldId="256"/>
            <ac:spMk id="75" creationId="{46012474-397F-473B-BED8-7BAB6B688770}"/>
          </ac:spMkLst>
        </pc:spChg>
        <pc:spChg chg="add del">
          <ac:chgData name="Rodrigue Pefung" userId="8ecda4aa74ae26c7" providerId="LiveId" clId="{B3A9A0BC-C2DA-4EE5-A13C-F91E2D186FCC}" dt="2026-01-19T23:46:50.354" v="1010" actId="26606"/>
          <ac:spMkLst>
            <pc:docMk/>
            <pc:sldMk cId="3860712075" sldId="256"/>
            <ac:spMk id="76" creationId="{6D7FB18D-7577-4ADC-8C1C-EA27EFD2B051}"/>
          </ac:spMkLst>
        </pc:spChg>
        <pc:spChg chg="add del">
          <ac:chgData name="Rodrigue Pefung" userId="8ecda4aa74ae26c7" providerId="LiveId" clId="{B3A9A0BC-C2DA-4EE5-A13C-F91E2D186FCC}" dt="2026-01-19T23:46:50.354" v="1010" actId="26606"/>
          <ac:spMkLst>
            <pc:docMk/>
            <pc:sldMk cId="3860712075" sldId="256"/>
            <ac:spMk id="77" creationId="{F08127CB-E3FE-4DDE-86C6-8448A8C381D5}"/>
          </ac:spMkLst>
        </pc:spChg>
        <pc:spChg chg="add del">
          <ac:chgData name="Rodrigue Pefung" userId="8ecda4aa74ae26c7" providerId="LiveId" clId="{B3A9A0BC-C2DA-4EE5-A13C-F91E2D186FCC}" dt="2026-01-19T23:46:50.354" v="1010" actId="26606"/>
          <ac:spMkLst>
            <pc:docMk/>
            <pc:sldMk cId="3860712075" sldId="256"/>
            <ac:spMk id="78" creationId="{36C4F2D5-541D-4032-8CC7-49992771DECF}"/>
          </ac:spMkLst>
        </pc:spChg>
        <pc:spChg chg="add del">
          <ac:chgData name="Rodrigue Pefung" userId="8ecda4aa74ae26c7" providerId="LiveId" clId="{B3A9A0BC-C2DA-4EE5-A13C-F91E2D186FCC}" dt="2026-01-20T01:44:00.166" v="2108" actId="26606"/>
          <ac:spMkLst>
            <pc:docMk/>
            <pc:sldMk cId="3860712075" sldId="256"/>
            <ac:spMk id="80" creationId="{A3363022-C969-41E9-8EB2-E4C94908C1FA}"/>
          </ac:spMkLst>
        </pc:spChg>
        <pc:spChg chg="add del">
          <ac:chgData name="Rodrigue Pefung" userId="8ecda4aa74ae26c7" providerId="LiveId" clId="{B3A9A0BC-C2DA-4EE5-A13C-F91E2D186FCC}" dt="2026-01-20T01:44:00.166" v="2108" actId="26606"/>
          <ac:spMkLst>
            <pc:docMk/>
            <pc:sldMk cId="3860712075" sldId="256"/>
            <ac:spMk id="81" creationId="{8D1AD6B3-BE88-4CEB-BA17-790657CC4729}"/>
          </ac:spMkLst>
        </pc:spChg>
        <pc:spChg chg="del">
          <ac:chgData name="Rodrigue Pefung" userId="8ecda4aa74ae26c7" providerId="LiveId" clId="{B3A9A0BC-C2DA-4EE5-A13C-F91E2D186FCC}" dt="2026-01-20T01:45:08.704" v="2118"/>
          <ac:spMkLst>
            <pc:docMk/>
            <pc:sldMk cId="3860712075" sldId="256"/>
            <ac:spMk id="87" creationId="{362D44EE-C852-4460-B8B5-C4F2BC20510C}"/>
          </ac:spMkLst>
        </pc:spChg>
        <pc:spChg chg="add del">
          <ac:chgData name="Rodrigue Pefung" userId="8ecda4aa74ae26c7" providerId="LiveId" clId="{B3A9A0BC-C2DA-4EE5-A13C-F91E2D186FCC}" dt="2026-01-20T01:45:08.704" v="2118"/>
          <ac:spMkLst>
            <pc:docMk/>
            <pc:sldMk cId="3860712075" sldId="256"/>
            <ac:spMk id="89" creationId="{658970D8-8D1D-4B5C-894B-E871CC86543D}"/>
          </ac:spMkLst>
        </pc:spChg>
        <pc:spChg chg="add del">
          <ac:chgData name="Rodrigue Pefung" userId="8ecda4aa74ae26c7" providerId="LiveId" clId="{B3A9A0BC-C2DA-4EE5-A13C-F91E2D186FCC}" dt="2026-01-20T01:45:08.704" v="2118"/>
          <ac:spMkLst>
            <pc:docMk/>
            <pc:sldMk cId="3860712075" sldId="256"/>
            <ac:spMk id="91" creationId="{F227E5B6-9132-43CA-B503-37A18562ADF2}"/>
          </ac:spMkLst>
        </pc:spChg>
        <pc:spChg chg="add del">
          <ac:chgData name="Rodrigue Pefung" userId="8ecda4aa74ae26c7" providerId="LiveId" clId="{B3A9A0BC-C2DA-4EE5-A13C-F91E2D186FCC}" dt="2026-01-20T01:45:08.704" v="2118"/>
          <ac:spMkLst>
            <pc:docMk/>
            <pc:sldMk cId="3860712075" sldId="256"/>
            <ac:spMk id="93" creationId="{03C2051E-A88D-48E5-BACF-AAED17892722}"/>
          </ac:spMkLst>
        </pc:spChg>
        <pc:spChg chg="add del">
          <ac:chgData name="Rodrigue Pefung" userId="8ecda4aa74ae26c7" providerId="LiveId" clId="{B3A9A0BC-C2DA-4EE5-A13C-F91E2D186FCC}" dt="2026-01-20T01:45:08.704" v="2118"/>
          <ac:spMkLst>
            <pc:docMk/>
            <pc:sldMk cId="3860712075" sldId="256"/>
            <ac:spMk id="95" creationId="{7821A508-2985-4905-874A-527429BAABFA}"/>
          </ac:spMkLst>
        </pc:spChg>
        <pc:spChg chg="add del">
          <ac:chgData name="Rodrigue Pefung" userId="8ecda4aa74ae26c7" providerId="LiveId" clId="{B3A9A0BC-C2DA-4EE5-A13C-F91E2D186FCC}" dt="2026-01-20T01:45:08.704" v="2118"/>
          <ac:spMkLst>
            <pc:docMk/>
            <pc:sldMk cId="3860712075" sldId="256"/>
            <ac:spMk id="97" creationId="{D2929CB1-0E3C-4B2D-ADC5-0154FB33BA44}"/>
          </ac:spMkLst>
        </pc:spChg>
        <pc:spChg chg="add del">
          <ac:chgData name="Rodrigue Pefung" userId="8ecda4aa74ae26c7" providerId="LiveId" clId="{B3A9A0BC-C2DA-4EE5-A13C-F91E2D186FCC}" dt="2026-01-20T01:45:08.704" v="2118"/>
          <ac:spMkLst>
            <pc:docMk/>
            <pc:sldMk cId="3860712075" sldId="256"/>
            <ac:spMk id="99" creationId="{5F2F0C84-BE8C-4DC2-A6D3-30349A801D5C}"/>
          </ac:spMkLst>
        </pc:spChg>
        <pc:grpChg chg="add del">
          <ac:chgData name="Rodrigue Pefung" userId="8ecda4aa74ae26c7" providerId="LiveId" clId="{B3A9A0BC-C2DA-4EE5-A13C-F91E2D186FCC}" dt="2026-01-19T20:29:31.868" v="370" actId="26606"/>
          <ac:grpSpMkLst>
            <pc:docMk/>
            <pc:sldMk cId="3860712075" sldId="256"/>
            <ac:grpSpMk id="28" creationId="{89D1390B-7E13-4B4F-9CB2-391063412E54}"/>
          </ac:grpSpMkLst>
        </pc:grpChg>
        <pc:grpChg chg="add del">
          <ac:chgData name="Rodrigue Pefung" userId="8ecda4aa74ae26c7" providerId="LiveId" clId="{B3A9A0BC-C2DA-4EE5-A13C-F91E2D186FCC}" dt="2026-01-19T20:29:16.936" v="365" actId="26606"/>
          <ac:grpSpMkLst>
            <pc:docMk/>
            <pc:sldMk cId="3860712075" sldId="256"/>
            <ac:grpSpMk id="48" creationId="{89D1390B-7E13-4B4F-9CB2-391063412E54}"/>
          </ac:grpSpMkLst>
        </pc:grpChg>
        <pc:grpChg chg="add del">
          <ac:chgData name="Rodrigue Pefung" userId="8ecda4aa74ae26c7" providerId="LiveId" clId="{B3A9A0BC-C2DA-4EE5-A13C-F91E2D186FCC}" dt="2026-01-19T23:46:30.879" v="1006" actId="26606"/>
          <ac:grpSpMkLst>
            <pc:docMk/>
            <pc:sldMk cId="3860712075" sldId="256"/>
            <ac:grpSpMk id="70" creationId="{89D1390B-7E13-4B4F-9CB2-391063412E54}"/>
          </ac:grpSpMkLst>
        </pc:grpChg>
        <pc:grpChg chg="add del">
          <ac:chgData name="Rodrigue Pefung" userId="8ecda4aa74ae26c7" providerId="LiveId" clId="{B3A9A0BC-C2DA-4EE5-A13C-F91E2D186FCC}" dt="2026-01-20T01:43:38.690" v="2107"/>
          <ac:grpSpMkLst>
            <pc:docMk/>
            <pc:sldMk cId="3860712075" sldId="256"/>
            <ac:grpSpMk id="82" creationId="{89D1390B-7E13-4B4F-9CB2-391063412E54}"/>
          </ac:grpSpMkLst>
        </pc:grpChg>
        <pc:picChg chg="mod">
          <ac:chgData name="Rodrigue Pefung" userId="8ecda4aa74ae26c7" providerId="LiveId" clId="{B3A9A0BC-C2DA-4EE5-A13C-F91E2D186FCC}" dt="2026-01-19T23:46:50.370" v="1011" actId="26606"/>
          <ac:picMkLst>
            <pc:docMk/>
            <pc:sldMk cId="3860712075" sldId="256"/>
            <ac:picMk id="5" creationId="{DC8C1001-AC73-0F16-3FF2-A55C6351F30C}"/>
          </ac:picMkLst>
        </pc:picChg>
      </pc:sldChg>
      <pc:sldChg chg="addSp delSp modSp mod setBg delDesignElem">
        <pc:chgData name="Rodrigue Pefung" userId="8ecda4aa74ae26c7" providerId="LiveId" clId="{B3A9A0BC-C2DA-4EE5-A13C-F91E2D186FCC}" dt="2026-01-20T01:47:15.023" v="2130"/>
        <pc:sldMkLst>
          <pc:docMk/>
          <pc:sldMk cId="2702968032" sldId="257"/>
        </pc:sldMkLst>
        <pc:spChg chg="mod ord">
          <ac:chgData name="Rodrigue Pefung" userId="8ecda4aa74ae26c7" providerId="LiveId" clId="{B3A9A0BC-C2DA-4EE5-A13C-F91E2D186FCC}" dt="2026-01-20T01:45:54.261" v="2124" actId="26606"/>
          <ac:spMkLst>
            <pc:docMk/>
            <pc:sldMk cId="2702968032" sldId="257"/>
            <ac:spMk id="2" creationId="{53F9651C-95CB-8780-6EA6-99348A8989BD}"/>
          </ac:spMkLst>
        </pc:spChg>
        <pc:spChg chg="mod ord">
          <ac:chgData name="Rodrigue Pefung" userId="8ecda4aa74ae26c7" providerId="LiveId" clId="{B3A9A0BC-C2DA-4EE5-A13C-F91E2D186FCC}" dt="2026-01-20T01:45:54.261" v="2124" actId="26606"/>
          <ac:spMkLst>
            <pc:docMk/>
            <pc:sldMk cId="2702968032" sldId="257"/>
            <ac:spMk id="3" creationId="{50EBBA2F-EB6D-26CF-5764-B2A1D7C2923B}"/>
          </ac:spMkLst>
        </pc:spChg>
        <pc:spChg chg="add del">
          <ac:chgData name="Rodrigue Pefung" userId="8ecda4aa74ae26c7" providerId="LiveId" clId="{B3A9A0BC-C2DA-4EE5-A13C-F91E2D186FCC}" dt="2026-01-20T01:45:47.434" v="2121" actId="26606"/>
          <ac:spMkLst>
            <pc:docMk/>
            <pc:sldMk cId="2702968032" sldId="257"/>
            <ac:spMk id="7" creationId="{FE43805F-24A6-46A4-B19B-54F28347355C}"/>
          </ac:spMkLst>
        </pc:spChg>
        <pc:spChg chg="add del">
          <ac:chgData name="Rodrigue Pefung" userId="8ecda4aa74ae26c7" providerId="LiveId" clId="{B3A9A0BC-C2DA-4EE5-A13C-F91E2D186FCC}" dt="2026-01-20T01:45:47.434" v="2121" actId="26606"/>
          <ac:spMkLst>
            <pc:docMk/>
            <pc:sldMk cId="2702968032" sldId="257"/>
            <ac:spMk id="10" creationId="{7FEAE179-C525-48F3-AD47-0E9E2B6F2E2E}"/>
          </ac:spMkLst>
        </pc:spChg>
        <pc:spChg chg="add del">
          <ac:chgData name="Rodrigue Pefung" userId="8ecda4aa74ae26c7" providerId="LiveId" clId="{B3A9A0BC-C2DA-4EE5-A13C-F91E2D186FCC}" dt="2026-01-20T01:45:47.434" v="2121" actId="26606"/>
          <ac:spMkLst>
            <pc:docMk/>
            <pc:sldMk cId="2702968032" sldId="257"/>
            <ac:spMk id="12" creationId="{95C8260E-968F-44E8-A823-ABB431311926}"/>
          </ac:spMkLst>
        </pc:spChg>
        <pc:spChg chg="add del">
          <ac:chgData name="Rodrigue Pefung" userId="8ecda4aa74ae26c7" providerId="LiveId" clId="{B3A9A0BC-C2DA-4EE5-A13C-F91E2D186FCC}" dt="2026-01-20T01:45:47.434" v="2121" actId="26606"/>
          <ac:spMkLst>
            <pc:docMk/>
            <pc:sldMk cId="2702968032" sldId="257"/>
            <ac:spMk id="14" creationId="{2C1BBA94-3F40-40AA-8BB9-E69E25E537C1}"/>
          </ac:spMkLst>
        </pc:spChg>
        <pc:spChg chg="add del">
          <ac:chgData name="Rodrigue Pefung" userId="8ecda4aa74ae26c7" providerId="LiveId" clId="{B3A9A0BC-C2DA-4EE5-A13C-F91E2D186FCC}" dt="2026-01-20T01:45:54.245" v="2123" actId="26606"/>
          <ac:spMkLst>
            <pc:docMk/>
            <pc:sldMk cId="2702968032" sldId="257"/>
            <ac:spMk id="17" creationId="{04812C46-200A-4DEB-A05E-3ED6C68C2387}"/>
          </ac:spMkLst>
        </pc:spChg>
        <pc:spChg chg="add del">
          <ac:chgData name="Rodrigue Pefung" userId="8ecda4aa74ae26c7" providerId="LiveId" clId="{B3A9A0BC-C2DA-4EE5-A13C-F91E2D186FCC}" dt="2026-01-20T01:45:54.245" v="2123" actId="26606"/>
          <ac:spMkLst>
            <pc:docMk/>
            <pc:sldMk cId="2702968032" sldId="257"/>
            <ac:spMk id="19" creationId="{D1EA859B-E555-4109-94F3-6700E046E008}"/>
          </ac:spMkLst>
        </pc:spChg>
        <pc:spChg chg="add del">
          <ac:chgData name="Rodrigue Pefung" userId="8ecda4aa74ae26c7" providerId="LiveId" clId="{B3A9A0BC-C2DA-4EE5-A13C-F91E2D186FCC}" dt="2026-01-20T01:46:02.807" v="2126"/>
          <ac:spMkLst>
            <pc:docMk/>
            <pc:sldMk cId="2702968032" sldId="257"/>
            <ac:spMk id="25" creationId="{0B9EE3F3-89B7-43C3-8651-C4C96830993D}"/>
          </ac:spMkLst>
        </pc:spChg>
        <pc:spChg chg="add del">
          <ac:chgData name="Rodrigue Pefung" userId="8ecda4aa74ae26c7" providerId="LiveId" clId="{B3A9A0BC-C2DA-4EE5-A13C-F91E2D186FCC}" dt="2026-01-20T01:46:02.807" v="2126"/>
          <ac:spMkLst>
            <pc:docMk/>
            <pc:sldMk cId="2702968032" sldId="257"/>
            <ac:spMk id="27" creationId="{33AE4636-AEEC-45D6-84D4-7AC2DA48ECF8}"/>
          </ac:spMkLst>
        </pc:spChg>
        <pc:spChg chg="add del">
          <ac:chgData name="Rodrigue Pefung" userId="8ecda4aa74ae26c7" providerId="LiveId" clId="{B3A9A0BC-C2DA-4EE5-A13C-F91E2D186FCC}" dt="2026-01-20T01:46:02.807" v="2126"/>
          <ac:spMkLst>
            <pc:docMk/>
            <pc:sldMk cId="2702968032" sldId="257"/>
            <ac:spMk id="30" creationId="{8D9CE0F4-2EB2-4F1F-8AAC-DB3571D9FE10}"/>
          </ac:spMkLst>
        </pc:spChg>
        <pc:spChg chg="del">
          <ac:chgData name="Rodrigue Pefung" userId="8ecda4aa74ae26c7" providerId="LiveId" clId="{B3A9A0BC-C2DA-4EE5-A13C-F91E2D186FCC}" dt="2026-01-19T20:29:51.454" v="371" actId="26606"/>
          <ac:spMkLst>
            <pc:docMk/>
            <pc:sldMk cId="2702968032" sldId="257"/>
            <ac:spMk id="57" creationId="{C0763A76-9F1C-4FC5-82B7-DD475DA461B2}"/>
          </ac:spMkLst>
        </pc:spChg>
        <pc:spChg chg="del">
          <ac:chgData name="Rodrigue Pefung" userId="8ecda4aa74ae26c7" providerId="LiveId" clId="{B3A9A0BC-C2DA-4EE5-A13C-F91E2D186FCC}" dt="2026-01-19T20:29:51.454" v="371" actId="26606"/>
          <ac:spMkLst>
            <pc:docMk/>
            <pc:sldMk cId="2702968032" sldId="257"/>
            <ac:spMk id="58" creationId="{E81BF4F6-F2CF-4984-9D14-D6966D92F99F}"/>
          </ac:spMkLst>
        </pc:spChg>
        <pc:spChg chg="add del">
          <ac:chgData name="Rodrigue Pefung" userId="8ecda4aa74ae26c7" providerId="LiveId" clId="{B3A9A0BC-C2DA-4EE5-A13C-F91E2D186FCC}" dt="2026-01-19T23:46:03.315" v="1004" actId="26606"/>
          <ac:spMkLst>
            <pc:docMk/>
            <pc:sldMk cId="2702968032" sldId="257"/>
            <ac:spMk id="63" creationId="{45D37F4E-DDB4-456B-97E0-9937730A039F}"/>
          </ac:spMkLst>
        </pc:spChg>
        <pc:spChg chg="add del">
          <ac:chgData name="Rodrigue Pefung" userId="8ecda4aa74ae26c7" providerId="LiveId" clId="{B3A9A0BC-C2DA-4EE5-A13C-F91E2D186FCC}" dt="2026-01-19T23:46:03.315" v="1004" actId="26606"/>
          <ac:spMkLst>
            <pc:docMk/>
            <pc:sldMk cId="2702968032" sldId="257"/>
            <ac:spMk id="65" creationId="{B2DD41CD-8F47-4F56-AD12-4E2FF7696987}"/>
          </ac:spMkLst>
        </pc:spChg>
        <pc:spChg chg="add del">
          <ac:chgData name="Rodrigue Pefung" userId="8ecda4aa74ae26c7" providerId="LiveId" clId="{B3A9A0BC-C2DA-4EE5-A13C-F91E2D186FCC}" dt="2026-01-20T01:44:09.117" v="2109" actId="26606"/>
          <ac:spMkLst>
            <pc:docMk/>
            <pc:sldMk cId="2702968032" sldId="257"/>
            <ac:spMk id="70" creationId="{D1942232-83D0-49E2-AF9B-1F97E3C1EF8E}"/>
          </ac:spMkLst>
        </pc:spChg>
        <pc:spChg chg="add del">
          <ac:chgData name="Rodrigue Pefung" userId="8ecda4aa74ae26c7" providerId="LiveId" clId="{B3A9A0BC-C2DA-4EE5-A13C-F91E2D186FCC}" dt="2026-01-20T01:44:09.117" v="2109" actId="26606"/>
          <ac:spMkLst>
            <pc:docMk/>
            <pc:sldMk cId="2702968032" sldId="257"/>
            <ac:spMk id="72" creationId="{E9E70D72-6E23-4015-A4A6-85C120C19167}"/>
          </ac:spMkLst>
        </pc:spChg>
        <pc:spChg chg="add del">
          <ac:chgData name="Rodrigue Pefung" userId="8ecda4aa74ae26c7" providerId="LiveId" clId="{B3A9A0BC-C2DA-4EE5-A13C-F91E2D186FCC}" dt="2026-01-20T01:45:08.704" v="2118"/>
          <ac:spMkLst>
            <pc:docMk/>
            <pc:sldMk cId="2702968032" sldId="257"/>
            <ac:spMk id="89" creationId="{04812C46-200A-4DEB-A05E-3ED6C68C2387}"/>
          </ac:spMkLst>
        </pc:spChg>
        <pc:spChg chg="add del">
          <ac:chgData name="Rodrigue Pefung" userId="8ecda4aa74ae26c7" providerId="LiveId" clId="{B3A9A0BC-C2DA-4EE5-A13C-F91E2D186FCC}" dt="2026-01-20T01:45:08.704" v="2118"/>
          <ac:spMkLst>
            <pc:docMk/>
            <pc:sldMk cId="2702968032" sldId="257"/>
            <ac:spMk id="91" creationId="{D1EA859B-E555-4109-94F3-6700E046E008}"/>
          </ac:spMkLst>
        </pc:spChg>
        <pc:grpChg chg="add del">
          <ac:chgData name="Rodrigue Pefung" userId="8ecda4aa74ae26c7" providerId="LiveId" clId="{B3A9A0BC-C2DA-4EE5-A13C-F91E2D186FCC}" dt="2026-01-20T01:44:09.117" v="2109" actId="26606"/>
          <ac:grpSpMkLst>
            <pc:docMk/>
            <pc:sldMk cId="2702968032" sldId="257"/>
            <ac:grpSpMk id="74" creationId="{C28A977F-B603-4D81-B0FC-C8DE048A7931}"/>
          </ac:grpSpMkLst>
        </pc:grpChg>
        <pc:grpChg chg="add del">
          <ac:chgData name="Rodrigue Pefung" userId="8ecda4aa74ae26c7" providerId="LiveId" clId="{B3A9A0BC-C2DA-4EE5-A13C-F91E2D186FCC}" dt="2026-01-20T01:44:09.117" v="2109" actId="26606"/>
          <ac:grpSpMkLst>
            <pc:docMk/>
            <pc:sldMk cId="2702968032" sldId="257"/>
            <ac:grpSpMk id="80" creationId="{C78D9229-E61D-4FEE-8321-2F8B64A8CADF}"/>
          </ac:grpSpMkLst>
        </pc:grpChg>
        <pc:picChg chg="mod ord">
          <ac:chgData name="Rodrigue Pefung" userId="8ecda4aa74ae26c7" providerId="LiveId" clId="{B3A9A0BC-C2DA-4EE5-A13C-F91E2D186FCC}" dt="2026-01-20T01:45:54.261" v="2124" actId="26606"/>
          <ac:picMkLst>
            <pc:docMk/>
            <pc:sldMk cId="2702968032" sldId="257"/>
            <ac:picMk id="5" creationId="{49A9205C-28AF-EFF7-C46A-070282BC18E0}"/>
          </ac:picMkLst>
        </pc:picChg>
      </pc:sldChg>
      <pc:sldChg chg="addSp delSp modSp mod setBg delDesignElem">
        <pc:chgData name="Rodrigue Pefung" userId="8ecda4aa74ae26c7" providerId="LiveId" clId="{B3A9A0BC-C2DA-4EE5-A13C-F91E2D186FCC}" dt="2026-01-20T01:50:14.734" v="2135" actId="207"/>
        <pc:sldMkLst>
          <pc:docMk/>
          <pc:sldMk cId="1212793919" sldId="258"/>
        </pc:sldMkLst>
        <pc:spChg chg="mod">
          <ac:chgData name="Rodrigue Pefung" userId="8ecda4aa74ae26c7" providerId="LiveId" clId="{B3A9A0BC-C2DA-4EE5-A13C-F91E2D186FCC}" dt="2026-01-20T01:50:14.734" v="2135" actId="207"/>
          <ac:spMkLst>
            <pc:docMk/>
            <pc:sldMk cId="1212793919" sldId="258"/>
            <ac:spMk id="2" creationId="{4D3F66E9-C034-F623-B05F-C455696F2E8B}"/>
          </ac:spMkLst>
        </pc:spChg>
        <pc:spChg chg="mod">
          <ac:chgData name="Rodrigue Pefung" userId="8ecda4aa74ae26c7" providerId="LiveId" clId="{B3A9A0BC-C2DA-4EE5-A13C-F91E2D186FCC}" dt="2026-01-20T01:50:08.991" v="2134" actId="207"/>
          <ac:spMkLst>
            <pc:docMk/>
            <pc:sldMk cId="1212793919" sldId="258"/>
            <ac:spMk id="3" creationId="{3FD5F0F1-CB4B-160F-48A3-E4CB903BD11A}"/>
          </ac:spMkLst>
        </pc:spChg>
        <pc:spChg chg="add del">
          <ac:chgData name="Rodrigue Pefung" userId="8ecda4aa74ae26c7" providerId="LiveId" clId="{B3A9A0BC-C2DA-4EE5-A13C-F91E2D186FCC}" dt="2026-01-19T20:30:17.210" v="374" actId="26606"/>
          <ac:spMkLst>
            <pc:docMk/>
            <pc:sldMk cId="1212793919" sldId="258"/>
            <ac:spMk id="15" creationId="{18873D23-2DCF-4B31-A009-95721C06E8E1}"/>
          </ac:spMkLst>
        </pc:spChg>
        <pc:spChg chg="add del">
          <ac:chgData name="Rodrigue Pefung" userId="8ecda4aa74ae26c7" providerId="LiveId" clId="{B3A9A0BC-C2DA-4EE5-A13C-F91E2D186FCC}" dt="2026-01-19T20:30:17.210" v="374" actId="26606"/>
          <ac:spMkLst>
            <pc:docMk/>
            <pc:sldMk cId="1212793919" sldId="258"/>
            <ac:spMk id="17" creationId="{C13EF075-D4EF-4929-ADBC-91B27DA19955}"/>
          </ac:spMkLst>
        </pc:spChg>
        <pc:spChg chg="add del">
          <ac:chgData name="Rodrigue Pefung" userId="8ecda4aa74ae26c7" providerId="LiveId" clId="{B3A9A0BC-C2DA-4EE5-A13C-F91E2D186FCC}" dt="2026-01-19T20:30:17.195" v="373" actId="26606"/>
          <ac:spMkLst>
            <pc:docMk/>
            <pc:sldMk cId="1212793919" sldId="258"/>
            <ac:spMk id="28" creationId="{777A147A-9ED8-46B4-8660-1B3C2AA880B5}"/>
          </ac:spMkLst>
        </pc:spChg>
        <pc:spChg chg="add del">
          <ac:chgData name="Rodrigue Pefung" userId="8ecda4aa74ae26c7" providerId="LiveId" clId="{B3A9A0BC-C2DA-4EE5-A13C-F91E2D186FCC}" dt="2026-01-19T20:30:17.195" v="373" actId="26606"/>
          <ac:spMkLst>
            <pc:docMk/>
            <pc:sldMk cId="1212793919" sldId="258"/>
            <ac:spMk id="30" creationId="{5D6C15A0-C087-4593-8414-2B4EC1CDC3DE}"/>
          </ac:spMkLst>
        </pc:spChg>
        <pc:spChg chg="add del">
          <ac:chgData name="Rodrigue Pefung" userId="8ecda4aa74ae26c7" providerId="LiveId" clId="{B3A9A0BC-C2DA-4EE5-A13C-F91E2D186FCC}" dt="2026-01-19T23:45:56.134" v="1003" actId="26606"/>
          <ac:spMkLst>
            <pc:docMk/>
            <pc:sldMk cId="1212793919" sldId="258"/>
            <ac:spMk id="32" creationId="{5B7778FC-632E-4DCA-A7CB-0D7731CCF970}"/>
          </ac:spMkLst>
        </pc:spChg>
        <pc:spChg chg="add del">
          <ac:chgData name="Rodrigue Pefung" userId="8ecda4aa74ae26c7" providerId="LiveId" clId="{B3A9A0BC-C2DA-4EE5-A13C-F91E2D186FCC}" dt="2026-01-19T23:45:56.134" v="1003" actId="26606"/>
          <ac:spMkLst>
            <pc:docMk/>
            <pc:sldMk cId="1212793919" sldId="258"/>
            <ac:spMk id="33" creationId="{C2554CA6-288E-4202-BC52-2E5A8F0C0AED}"/>
          </ac:spMkLst>
        </pc:spChg>
        <pc:spChg chg="add del">
          <ac:chgData name="Rodrigue Pefung" userId="8ecda4aa74ae26c7" providerId="LiveId" clId="{B3A9A0BC-C2DA-4EE5-A13C-F91E2D186FCC}" dt="2026-01-19T23:45:56.134" v="1003" actId="26606"/>
          <ac:spMkLst>
            <pc:docMk/>
            <pc:sldMk cId="1212793919" sldId="258"/>
            <ac:spMk id="34" creationId="{FA23A907-97FB-4A8F-880A-DD77401C4296}"/>
          </ac:spMkLst>
        </pc:spChg>
        <pc:spChg chg="add del">
          <ac:chgData name="Rodrigue Pefung" userId="8ecda4aa74ae26c7" providerId="LiveId" clId="{B3A9A0BC-C2DA-4EE5-A13C-F91E2D186FCC}" dt="2026-01-19T23:45:56.134" v="1003" actId="26606"/>
          <ac:spMkLst>
            <pc:docMk/>
            <pc:sldMk cId="1212793919" sldId="258"/>
            <ac:spMk id="35" creationId="{B10BB131-AC8E-4A8E-A5D1-36260F720C3B}"/>
          </ac:spMkLst>
        </pc:spChg>
        <pc:spChg chg="add del">
          <ac:chgData name="Rodrigue Pefung" userId="8ecda4aa74ae26c7" providerId="LiveId" clId="{B3A9A0BC-C2DA-4EE5-A13C-F91E2D186FCC}" dt="2026-01-20T01:45:08.704" v="2118"/>
          <ac:spMkLst>
            <pc:docMk/>
            <pc:sldMk cId="1212793919" sldId="258"/>
            <ac:spMk id="40" creationId="{18873D23-2DCF-4B31-A009-95721C06E8E1}"/>
          </ac:spMkLst>
        </pc:spChg>
        <pc:spChg chg="add del">
          <ac:chgData name="Rodrigue Pefung" userId="8ecda4aa74ae26c7" providerId="LiveId" clId="{B3A9A0BC-C2DA-4EE5-A13C-F91E2D186FCC}" dt="2026-01-20T01:45:08.704" v="2118"/>
          <ac:spMkLst>
            <pc:docMk/>
            <pc:sldMk cId="1212793919" sldId="258"/>
            <ac:spMk id="42" creationId="{C13EF075-D4EF-4929-ADBC-91B27DA19955}"/>
          </ac:spMkLst>
        </pc:spChg>
        <pc:grpChg chg="add del">
          <ac:chgData name="Rodrigue Pefung" userId="8ecda4aa74ae26c7" providerId="LiveId" clId="{B3A9A0BC-C2DA-4EE5-A13C-F91E2D186FCC}" dt="2026-01-19T20:30:17.210" v="374" actId="26606"/>
          <ac:grpSpMkLst>
            <pc:docMk/>
            <pc:sldMk cId="1212793919" sldId="258"/>
            <ac:grpSpMk id="19" creationId="{DAA26DFA-AAB2-4973-9C17-16D587C7B198}"/>
          </ac:grpSpMkLst>
        </pc:grpChg>
        <pc:grpChg chg="add del">
          <ac:chgData name="Rodrigue Pefung" userId="8ecda4aa74ae26c7" providerId="LiveId" clId="{B3A9A0BC-C2DA-4EE5-A13C-F91E2D186FCC}" dt="2026-01-20T01:45:08.704" v="2118"/>
          <ac:grpSpMkLst>
            <pc:docMk/>
            <pc:sldMk cId="1212793919" sldId="258"/>
            <ac:grpSpMk id="44" creationId="{DAA26DFA-AAB2-4973-9C17-16D587C7B198}"/>
          </ac:grpSpMkLst>
        </pc:grpChg>
      </pc:sldChg>
      <pc:sldChg chg="addSp delSp modSp mod setBg delDesignElem">
        <pc:chgData name="Rodrigue Pefung" userId="8ecda4aa74ae26c7" providerId="LiveId" clId="{B3A9A0BC-C2DA-4EE5-A13C-F91E2D186FCC}" dt="2026-01-20T01:50:51.480" v="2137" actId="207"/>
        <pc:sldMkLst>
          <pc:docMk/>
          <pc:sldMk cId="908528049" sldId="259"/>
        </pc:sldMkLst>
        <pc:spChg chg="mod">
          <ac:chgData name="Rodrigue Pefung" userId="8ecda4aa74ae26c7" providerId="LiveId" clId="{B3A9A0BC-C2DA-4EE5-A13C-F91E2D186FCC}" dt="2026-01-20T01:50:51.480" v="2137" actId="207"/>
          <ac:spMkLst>
            <pc:docMk/>
            <pc:sldMk cId="908528049" sldId="259"/>
            <ac:spMk id="2" creationId="{837227E2-5377-E464-A1F3-54A3C03366A7}"/>
          </ac:spMkLst>
        </pc:spChg>
        <pc:spChg chg="mod">
          <ac:chgData name="Rodrigue Pefung" userId="8ecda4aa74ae26c7" providerId="LiveId" clId="{B3A9A0BC-C2DA-4EE5-A13C-F91E2D186FCC}" dt="2026-01-20T01:50:47.160" v="2136" actId="207"/>
          <ac:spMkLst>
            <pc:docMk/>
            <pc:sldMk cId="908528049" sldId="259"/>
            <ac:spMk id="3" creationId="{8D364929-294E-BE1E-2C62-9D3E8ABCD644}"/>
          </ac:spMkLst>
        </pc:spChg>
        <pc:spChg chg="del">
          <ac:chgData name="Rodrigue Pefung" userId="8ecda4aa74ae26c7" providerId="LiveId" clId="{B3A9A0BC-C2DA-4EE5-A13C-F91E2D186FCC}" dt="2026-01-19T20:30:32.753" v="375" actId="26606"/>
          <ac:spMkLst>
            <pc:docMk/>
            <pc:sldMk cId="908528049" sldId="259"/>
            <ac:spMk id="8" creationId="{18873D23-2DCF-4B31-A009-95721C06E8E1}"/>
          </ac:spMkLst>
        </pc:spChg>
        <pc:spChg chg="del">
          <ac:chgData name="Rodrigue Pefung" userId="8ecda4aa74ae26c7" providerId="LiveId" clId="{B3A9A0BC-C2DA-4EE5-A13C-F91E2D186FCC}" dt="2026-01-19T20:30:32.753" v="375" actId="26606"/>
          <ac:spMkLst>
            <pc:docMk/>
            <pc:sldMk cId="908528049" sldId="259"/>
            <ac:spMk id="10" creationId="{C13EF075-D4EF-4929-ADBC-91B27DA19955}"/>
          </ac:spMkLst>
        </pc:spChg>
        <pc:spChg chg="add del">
          <ac:chgData name="Rodrigue Pefung" userId="8ecda4aa74ae26c7" providerId="LiveId" clId="{B3A9A0BC-C2DA-4EE5-A13C-F91E2D186FCC}" dt="2026-01-19T23:45:40.755" v="1002" actId="26606"/>
          <ac:spMkLst>
            <pc:docMk/>
            <pc:sldMk cId="908528049" sldId="259"/>
            <ac:spMk id="21" creationId="{C2554CA6-288E-4202-BC52-2E5A8F0C0AED}"/>
          </ac:spMkLst>
        </pc:spChg>
        <pc:spChg chg="add del">
          <ac:chgData name="Rodrigue Pefung" userId="8ecda4aa74ae26c7" providerId="LiveId" clId="{B3A9A0BC-C2DA-4EE5-A13C-F91E2D186FCC}" dt="2026-01-19T23:45:40.755" v="1002" actId="26606"/>
          <ac:spMkLst>
            <pc:docMk/>
            <pc:sldMk cId="908528049" sldId="259"/>
            <ac:spMk id="23" creationId="{B10BB131-AC8E-4A8E-A5D1-36260F720C3B}"/>
          </ac:spMkLst>
        </pc:spChg>
        <pc:spChg chg="add del">
          <ac:chgData name="Rodrigue Pefung" userId="8ecda4aa74ae26c7" providerId="LiveId" clId="{B3A9A0BC-C2DA-4EE5-A13C-F91E2D186FCC}" dt="2026-01-19T23:45:40.755" v="1002" actId="26606"/>
          <ac:spMkLst>
            <pc:docMk/>
            <pc:sldMk cId="908528049" sldId="259"/>
            <ac:spMk id="25" creationId="{5B7778FC-632E-4DCA-A7CB-0D7731CCF970}"/>
          </ac:spMkLst>
        </pc:spChg>
        <pc:spChg chg="add del">
          <ac:chgData name="Rodrigue Pefung" userId="8ecda4aa74ae26c7" providerId="LiveId" clId="{B3A9A0BC-C2DA-4EE5-A13C-F91E2D186FCC}" dt="2026-01-19T23:45:40.755" v="1002" actId="26606"/>
          <ac:spMkLst>
            <pc:docMk/>
            <pc:sldMk cId="908528049" sldId="259"/>
            <ac:spMk id="27" creationId="{FA23A907-97FB-4A8F-880A-DD77401C4296}"/>
          </ac:spMkLst>
        </pc:spChg>
        <pc:spChg chg="add del">
          <ac:chgData name="Rodrigue Pefung" userId="8ecda4aa74ae26c7" providerId="LiveId" clId="{B3A9A0BC-C2DA-4EE5-A13C-F91E2D186FCC}" dt="2026-01-19T23:45:40.741" v="1001" actId="26606"/>
          <ac:spMkLst>
            <pc:docMk/>
            <pc:sldMk cId="908528049" sldId="259"/>
            <ac:spMk id="32" creationId="{D038248A-211C-4EEC-8401-C761B929FB52}"/>
          </ac:spMkLst>
        </pc:spChg>
        <pc:spChg chg="add del">
          <ac:chgData name="Rodrigue Pefung" userId="8ecda4aa74ae26c7" providerId="LiveId" clId="{B3A9A0BC-C2DA-4EE5-A13C-F91E2D186FCC}" dt="2026-01-19T23:45:40.741" v="1001" actId="26606"/>
          <ac:spMkLst>
            <pc:docMk/>
            <pc:sldMk cId="908528049" sldId="259"/>
            <ac:spMk id="34" creationId="{C30A849F-66D9-40C8-BEC8-35AFF8F4568F}"/>
          </ac:spMkLst>
        </pc:spChg>
        <pc:spChg chg="add del">
          <ac:chgData name="Rodrigue Pefung" userId="8ecda4aa74ae26c7" providerId="LiveId" clId="{B3A9A0BC-C2DA-4EE5-A13C-F91E2D186FCC}" dt="2026-01-20T01:45:08.704" v="2118"/>
          <ac:spMkLst>
            <pc:docMk/>
            <pc:sldMk cId="908528049" sldId="259"/>
            <ac:spMk id="48" creationId="{CF75AD06-DFC4-4B3A-8490-330823D081CF}"/>
          </ac:spMkLst>
        </pc:spChg>
        <pc:spChg chg="add del">
          <ac:chgData name="Rodrigue Pefung" userId="8ecda4aa74ae26c7" providerId="LiveId" clId="{B3A9A0BC-C2DA-4EE5-A13C-F91E2D186FCC}" dt="2026-01-20T01:45:08.704" v="2118"/>
          <ac:spMkLst>
            <pc:docMk/>
            <pc:sldMk cId="908528049" sldId="259"/>
            <ac:spMk id="49" creationId="{FC587C93-0840-40DF-96D5-D1F2137E6449}"/>
          </ac:spMkLst>
        </pc:spChg>
        <pc:grpChg chg="del">
          <ac:chgData name="Rodrigue Pefung" userId="8ecda4aa74ae26c7" providerId="LiveId" clId="{B3A9A0BC-C2DA-4EE5-A13C-F91E2D186FCC}" dt="2026-01-19T20:30:32.753" v="375" actId="26606"/>
          <ac:grpSpMkLst>
            <pc:docMk/>
            <pc:sldMk cId="908528049" sldId="259"/>
            <ac:grpSpMk id="12" creationId="{DAA26DFA-AAB2-4973-9C17-16D587C7B198}"/>
          </ac:grpSpMkLst>
        </pc:grpChg>
        <pc:grpChg chg="add del">
          <ac:chgData name="Rodrigue Pefung" userId="8ecda4aa74ae26c7" providerId="LiveId" clId="{B3A9A0BC-C2DA-4EE5-A13C-F91E2D186FCC}" dt="2026-01-19T23:45:40.741" v="1001" actId="26606"/>
          <ac:grpSpMkLst>
            <pc:docMk/>
            <pc:sldMk cId="908528049" sldId="259"/>
            <ac:grpSpMk id="36" creationId="{04542298-A2B1-480F-A11C-A40EDD19B857}"/>
          </ac:grpSpMkLst>
        </pc:grpChg>
        <pc:grpChg chg="add del">
          <ac:chgData name="Rodrigue Pefung" userId="8ecda4aa74ae26c7" providerId="LiveId" clId="{B3A9A0BC-C2DA-4EE5-A13C-F91E2D186FCC}" dt="2026-01-19T23:45:40.741" v="1001" actId="26606"/>
          <ac:grpSpMkLst>
            <pc:docMk/>
            <pc:sldMk cId="908528049" sldId="259"/>
            <ac:grpSpMk id="42" creationId="{2A5C9C35-2375-49EB-B99C-17C87D42FE7C}"/>
          </ac:grpSpMkLst>
        </pc:grpChg>
        <pc:grpChg chg="add del">
          <ac:chgData name="Rodrigue Pefung" userId="8ecda4aa74ae26c7" providerId="LiveId" clId="{B3A9A0BC-C2DA-4EE5-A13C-F91E2D186FCC}" dt="2026-01-20T01:45:08.704" v="2118"/>
          <ac:grpSpMkLst>
            <pc:docMk/>
            <pc:sldMk cId="908528049" sldId="259"/>
            <ac:grpSpMk id="50" creationId="{5E02D55A-F529-4B19-BAF9-F63240A7B490}"/>
          </ac:grpSpMkLst>
        </pc:grpChg>
        <pc:grpChg chg="add del">
          <ac:chgData name="Rodrigue Pefung" userId="8ecda4aa74ae26c7" providerId="LiveId" clId="{B3A9A0BC-C2DA-4EE5-A13C-F91E2D186FCC}" dt="2026-01-20T01:45:08.704" v="2118"/>
          <ac:grpSpMkLst>
            <pc:docMk/>
            <pc:sldMk cId="908528049" sldId="259"/>
            <ac:grpSpMk id="55" creationId="{47A3A52F-BCB3-444D-9372-EE018B135C49}"/>
          </ac:grpSpMkLst>
        </pc:grpChg>
      </pc:sldChg>
      <pc:sldChg chg="addSp delSp modSp mod setBg delDesignElem">
        <pc:chgData name="Rodrigue Pefung" userId="8ecda4aa74ae26c7" providerId="LiveId" clId="{B3A9A0BC-C2DA-4EE5-A13C-F91E2D186FCC}" dt="2026-01-20T01:51:04.147" v="2139" actId="207"/>
        <pc:sldMkLst>
          <pc:docMk/>
          <pc:sldMk cId="1314660599" sldId="260"/>
        </pc:sldMkLst>
        <pc:spChg chg="mod">
          <ac:chgData name="Rodrigue Pefung" userId="8ecda4aa74ae26c7" providerId="LiveId" clId="{B3A9A0BC-C2DA-4EE5-A13C-F91E2D186FCC}" dt="2026-01-20T01:50:59.171" v="2138" actId="207"/>
          <ac:spMkLst>
            <pc:docMk/>
            <pc:sldMk cId="1314660599" sldId="260"/>
            <ac:spMk id="2" creationId="{3162D268-009B-AFFC-6DAD-7FD9C6E53F6B}"/>
          </ac:spMkLst>
        </pc:spChg>
        <pc:spChg chg="del">
          <ac:chgData name="Rodrigue Pefung" userId="8ecda4aa74ae26c7" providerId="LiveId" clId="{B3A9A0BC-C2DA-4EE5-A13C-F91E2D186FCC}" dt="2026-01-19T20:14:21.898" v="0" actId="22"/>
          <ac:spMkLst>
            <pc:docMk/>
            <pc:sldMk cId="1314660599" sldId="260"/>
            <ac:spMk id="3" creationId="{225E16DC-D961-21D8-60E5-BEB346D32F70}"/>
          </ac:spMkLst>
        </pc:spChg>
        <pc:spChg chg="add mod ord">
          <ac:chgData name="Rodrigue Pefung" userId="8ecda4aa74ae26c7" providerId="LiveId" clId="{B3A9A0BC-C2DA-4EE5-A13C-F91E2D186FCC}" dt="2026-01-20T01:51:04.147" v="2139" actId="207"/>
          <ac:spMkLst>
            <pc:docMk/>
            <pc:sldMk cId="1314660599" sldId="260"/>
            <ac:spMk id="7" creationId="{56544C41-0735-7129-C32C-24023D866ED8}"/>
          </ac:spMkLst>
        </pc:spChg>
        <pc:spChg chg="add del">
          <ac:chgData name="Rodrigue Pefung" userId="8ecda4aa74ae26c7" providerId="LiveId" clId="{B3A9A0BC-C2DA-4EE5-A13C-F91E2D186FCC}" dt="2026-01-19T20:25:46.542" v="340" actId="26606"/>
          <ac:spMkLst>
            <pc:docMk/>
            <pc:sldMk cId="1314660599" sldId="260"/>
            <ac:spMk id="13" creationId="{C0763A76-9F1C-4FC5-82B7-DD475DA461B2}"/>
          </ac:spMkLst>
        </pc:spChg>
        <pc:spChg chg="add del">
          <ac:chgData name="Rodrigue Pefung" userId="8ecda4aa74ae26c7" providerId="LiveId" clId="{B3A9A0BC-C2DA-4EE5-A13C-F91E2D186FCC}" dt="2026-01-19T20:25:46.542" v="340" actId="26606"/>
          <ac:spMkLst>
            <pc:docMk/>
            <pc:sldMk cId="1314660599" sldId="260"/>
            <ac:spMk id="15" creationId="{E81BF4F6-F2CF-4984-9D14-D6966D92F99F}"/>
          </ac:spMkLst>
        </pc:spChg>
        <pc:spChg chg="add del">
          <ac:chgData name="Rodrigue Pefung" userId="8ecda4aa74ae26c7" providerId="LiveId" clId="{B3A9A0BC-C2DA-4EE5-A13C-F91E2D186FCC}" dt="2026-01-19T20:26:38.251" v="344" actId="26606"/>
          <ac:spMkLst>
            <pc:docMk/>
            <pc:sldMk cId="1314660599" sldId="260"/>
            <ac:spMk id="21" creationId="{2B97F24A-32CE-4C1C-A50D-3016B394DCFB}"/>
          </ac:spMkLst>
        </pc:spChg>
        <pc:spChg chg="add del">
          <ac:chgData name="Rodrigue Pefung" userId="8ecda4aa74ae26c7" providerId="LiveId" clId="{B3A9A0BC-C2DA-4EE5-A13C-F91E2D186FCC}" dt="2026-01-19T20:26:38.251" v="344" actId="26606"/>
          <ac:spMkLst>
            <pc:docMk/>
            <pc:sldMk cId="1314660599" sldId="260"/>
            <ac:spMk id="22" creationId="{CD8B4F24-440B-49E9-B85D-733523DC064B}"/>
          </ac:spMkLst>
        </pc:spChg>
        <pc:spChg chg="add del">
          <ac:chgData name="Rodrigue Pefung" userId="8ecda4aa74ae26c7" providerId="LiveId" clId="{B3A9A0BC-C2DA-4EE5-A13C-F91E2D186FCC}" dt="2026-01-19T20:26:44.967" v="346" actId="26606"/>
          <ac:spMkLst>
            <pc:docMk/>
            <pc:sldMk cId="1314660599" sldId="260"/>
            <ac:spMk id="24" creationId="{FE1EC756-41E9-4FD6-AD48-EF46A28137B7}"/>
          </ac:spMkLst>
        </pc:spChg>
        <pc:spChg chg="add del">
          <ac:chgData name="Rodrigue Pefung" userId="8ecda4aa74ae26c7" providerId="LiveId" clId="{B3A9A0BC-C2DA-4EE5-A13C-F91E2D186FCC}" dt="2026-01-19T20:26:44.967" v="346" actId="26606"/>
          <ac:spMkLst>
            <pc:docMk/>
            <pc:sldMk cId="1314660599" sldId="260"/>
            <ac:spMk id="25" creationId="{E66F6371-9EA5-9354-29DC-1D07B921F79C}"/>
          </ac:spMkLst>
        </pc:spChg>
        <pc:spChg chg="add del">
          <ac:chgData name="Rodrigue Pefung" userId="8ecda4aa74ae26c7" providerId="LiveId" clId="{B3A9A0BC-C2DA-4EE5-A13C-F91E2D186FCC}" dt="2026-01-19T20:27:40.903" v="354" actId="26606"/>
          <ac:spMkLst>
            <pc:docMk/>
            <pc:sldMk cId="1314660599" sldId="260"/>
            <ac:spMk id="30" creationId="{649C91A9-84E7-4BF0-9026-62F01380D853}"/>
          </ac:spMkLst>
        </pc:spChg>
        <pc:spChg chg="add del">
          <ac:chgData name="Rodrigue Pefung" userId="8ecda4aa74ae26c7" providerId="LiveId" clId="{B3A9A0BC-C2DA-4EE5-A13C-F91E2D186FCC}" dt="2026-01-19T20:27:40.903" v="354" actId="26606"/>
          <ac:spMkLst>
            <pc:docMk/>
            <pc:sldMk cId="1314660599" sldId="260"/>
            <ac:spMk id="31" creationId="{9B47378D-AD27-45D0-8C1C-5B1098DCC068}"/>
          </ac:spMkLst>
        </pc:spChg>
        <pc:spChg chg="add del">
          <ac:chgData name="Rodrigue Pefung" userId="8ecda4aa74ae26c7" providerId="LiveId" clId="{B3A9A0BC-C2DA-4EE5-A13C-F91E2D186FCC}" dt="2026-01-19T20:28:11.032" v="359" actId="26606"/>
          <ac:spMkLst>
            <pc:docMk/>
            <pc:sldMk cId="1314660599" sldId="260"/>
            <ac:spMk id="38" creationId="{3A912C67-99A1-4956-8F68-1846C21771E8}"/>
          </ac:spMkLst>
        </pc:spChg>
        <pc:spChg chg="add del">
          <ac:chgData name="Rodrigue Pefung" userId="8ecda4aa74ae26c7" providerId="LiveId" clId="{B3A9A0BC-C2DA-4EE5-A13C-F91E2D186FCC}" dt="2026-01-19T20:27:40.888" v="353" actId="26606"/>
          <ac:spMkLst>
            <pc:docMk/>
            <pc:sldMk cId="1314660599" sldId="260"/>
            <ac:spMk id="40" creationId="{FE1EC756-41E9-4FD6-AD48-EF46A28137B7}"/>
          </ac:spMkLst>
        </pc:spChg>
        <pc:spChg chg="add del">
          <ac:chgData name="Rodrigue Pefung" userId="8ecda4aa74ae26c7" providerId="LiveId" clId="{B3A9A0BC-C2DA-4EE5-A13C-F91E2D186FCC}" dt="2026-01-19T20:27:40.888" v="353" actId="26606"/>
          <ac:spMkLst>
            <pc:docMk/>
            <pc:sldMk cId="1314660599" sldId="260"/>
            <ac:spMk id="41" creationId="{E66F6371-9EA5-9354-29DC-1D07B921F79C}"/>
          </ac:spMkLst>
        </pc:spChg>
        <pc:spChg chg="add del">
          <ac:chgData name="Rodrigue Pefung" userId="8ecda4aa74ae26c7" providerId="LiveId" clId="{B3A9A0BC-C2DA-4EE5-A13C-F91E2D186FCC}" dt="2026-01-19T20:28:11.032" v="359" actId="26606"/>
          <ac:spMkLst>
            <pc:docMk/>
            <pc:sldMk cId="1314660599" sldId="260"/>
            <ac:spMk id="45" creationId="{17BDD930-0E65-490A-9CE5-554C357C4428}"/>
          </ac:spMkLst>
        </pc:spChg>
        <pc:spChg chg="add del">
          <ac:chgData name="Rodrigue Pefung" userId="8ecda4aa74ae26c7" providerId="LiveId" clId="{B3A9A0BC-C2DA-4EE5-A13C-F91E2D186FCC}" dt="2026-01-19T20:28:11.032" v="358" actId="26606"/>
          <ac:spMkLst>
            <pc:docMk/>
            <pc:sldMk cId="1314660599" sldId="260"/>
            <ac:spMk id="57" creationId="{17BDD930-0E65-490A-9CE5-554C357C4428}"/>
          </ac:spMkLst>
        </pc:spChg>
        <pc:spChg chg="add del">
          <ac:chgData name="Rodrigue Pefung" userId="8ecda4aa74ae26c7" providerId="LiveId" clId="{B3A9A0BC-C2DA-4EE5-A13C-F91E2D186FCC}" dt="2026-01-19T20:28:11.032" v="358" actId="26606"/>
          <ac:spMkLst>
            <pc:docMk/>
            <pc:sldMk cId="1314660599" sldId="260"/>
            <ac:spMk id="59" creationId="{3A912C67-99A1-4956-8F68-1846C21771E8}"/>
          </ac:spMkLst>
        </pc:spChg>
        <pc:spChg chg="add del">
          <ac:chgData name="Rodrigue Pefung" userId="8ecda4aa74ae26c7" providerId="LiveId" clId="{B3A9A0BC-C2DA-4EE5-A13C-F91E2D186FCC}" dt="2026-01-19T20:31:07.323" v="378" actId="26606"/>
          <ac:spMkLst>
            <pc:docMk/>
            <pc:sldMk cId="1314660599" sldId="260"/>
            <ac:spMk id="73" creationId="{D1942232-83D0-49E2-AF9B-1F97E3C1EF8E}"/>
          </ac:spMkLst>
        </pc:spChg>
        <pc:spChg chg="add del">
          <ac:chgData name="Rodrigue Pefung" userId="8ecda4aa74ae26c7" providerId="LiveId" clId="{B3A9A0BC-C2DA-4EE5-A13C-F91E2D186FCC}" dt="2026-01-19T20:31:07.323" v="378" actId="26606"/>
          <ac:spMkLst>
            <pc:docMk/>
            <pc:sldMk cId="1314660599" sldId="260"/>
            <ac:spMk id="74" creationId="{E9E70D72-6E23-4015-A4A6-85C120C19167}"/>
          </ac:spMkLst>
        </pc:spChg>
        <pc:spChg chg="add del">
          <ac:chgData name="Rodrigue Pefung" userId="8ecda4aa74ae26c7" providerId="LiveId" clId="{B3A9A0BC-C2DA-4EE5-A13C-F91E2D186FCC}" dt="2026-01-19T20:31:07.323" v="377" actId="26606"/>
          <ac:spMkLst>
            <pc:docMk/>
            <pc:sldMk cId="1314660599" sldId="260"/>
            <ac:spMk id="89" creationId="{DBC6133C-0615-4CE4-9132-37E609A9BDFA}"/>
          </ac:spMkLst>
        </pc:spChg>
        <pc:spChg chg="add del">
          <ac:chgData name="Rodrigue Pefung" userId="8ecda4aa74ae26c7" providerId="LiveId" clId="{B3A9A0BC-C2DA-4EE5-A13C-F91E2D186FCC}" dt="2026-01-19T20:31:07.323" v="377" actId="26606"/>
          <ac:spMkLst>
            <pc:docMk/>
            <pc:sldMk cId="1314660599" sldId="260"/>
            <ac:spMk id="91" creationId="{169CC832-2974-4E8D-90ED-3E2941BA7336}"/>
          </ac:spMkLst>
        </pc:spChg>
        <pc:spChg chg="add del">
          <ac:chgData name="Rodrigue Pefung" userId="8ecda4aa74ae26c7" providerId="LiveId" clId="{B3A9A0BC-C2DA-4EE5-A13C-F91E2D186FCC}" dt="2026-01-19T20:31:07.323" v="377" actId="26606"/>
          <ac:spMkLst>
            <pc:docMk/>
            <pc:sldMk cId="1314660599" sldId="260"/>
            <ac:spMk id="93" creationId="{55222F96-971A-4F90-B841-6BAB416C7AC1}"/>
          </ac:spMkLst>
        </pc:spChg>
        <pc:spChg chg="add del">
          <ac:chgData name="Rodrigue Pefung" userId="8ecda4aa74ae26c7" providerId="LiveId" clId="{B3A9A0BC-C2DA-4EE5-A13C-F91E2D186FCC}" dt="2026-01-19T20:31:07.323" v="377" actId="26606"/>
          <ac:spMkLst>
            <pc:docMk/>
            <pc:sldMk cId="1314660599" sldId="260"/>
            <ac:spMk id="95" creationId="{08980754-6F4B-43C9-B9BE-127B6BED6586}"/>
          </ac:spMkLst>
        </pc:spChg>
        <pc:spChg chg="add del">
          <ac:chgData name="Rodrigue Pefung" userId="8ecda4aa74ae26c7" providerId="LiveId" clId="{B3A9A0BC-C2DA-4EE5-A13C-F91E2D186FCC}" dt="2026-01-19T20:31:07.323" v="377" actId="26606"/>
          <ac:spMkLst>
            <pc:docMk/>
            <pc:sldMk cId="1314660599" sldId="260"/>
            <ac:spMk id="97" creationId="{2C1BBA94-3F40-40AA-8BB9-E69E25E537C1}"/>
          </ac:spMkLst>
        </pc:spChg>
        <pc:spChg chg="add del">
          <ac:chgData name="Rodrigue Pefung" userId="8ecda4aa74ae26c7" providerId="LiveId" clId="{B3A9A0BC-C2DA-4EE5-A13C-F91E2D186FCC}" dt="2026-01-19T23:44:30.171" v="986" actId="26606"/>
          <ac:spMkLst>
            <pc:docMk/>
            <pc:sldMk cId="1314660599" sldId="260"/>
            <ac:spMk id="99" creationId="{92468898-5A6E-4D55-85EC-308E785EE06C}"/>
          </ac:spMkLst>
        </pc:spChg>
        <pc:spChg chg="add del">
          <ac:chgData name="Rodrigue Pefung" userId="8ecda4aa74ae26c7" providerId="LiveId" clId="{B3A9A0BC-C2DA-4EE5-A13C-F91E2D186FCC}" dt="2026-01-19T23:44:30.171" v="986" actId="26606"/>
          <ac:spMkLst>
            <pc:docMk/>
            <pc:sldMk cId="1314660599" sldId="260"/>
            <ac:spMk id="100" creationId="{3E23A947-2D45-4208-AE2B-64948C87A3EB}"/>
          </ac:spMkLst>
        </pc:spChg>
        <pc:spChg chg="add del">
          <ac:chgData name="Rodrigue Pefung" userId="8ecda4aa74ae26c7" providerId="LiveId" clId="{B3A9A0BC-C2DA-4EE5-A13C-F91E2D186FCC}" dt="2026-01-19T23:44:30.171" v="986" actId="26606"/>
          <ac:spMkLst>
            <pc:docMk/>
            <pc:sldMk cId="1314660599" sldId="260"/>
            <ac:spMk id="101" creationId="{E5BBB0F9-6A59-4D02-A9C7-A2D6516684CE}"/>
          </ac:spMkLst>
        </pc:spChg>
        <pc:spChg chg="add del">
          <ac:chgData name="Rodrigue Pefung" userId="8ecda4aa74ae26c7" providerId="LiveId" clId="{B3A9A0BC-C2DA-4EE5-A13C-F91E2D186FCC}" dt="2026-01-20T01:45:08.704" v="2118"/>
          <ac:spMkLst>
            <pc:docMk/>
            <pc:sldMk cId="1314660599" sldId="260"/>
            <ac:spMk id="106" creationId="{17BDD930-0E65-490A-9CE5-554C357C4428}"/>
          </ac:spMkLst>
        </pc:spChg>
        <pc:spChg chg="add del">
          <ac:chgData name="Rodrigue Pefung" userId="8ecda4aa74ae26c7" providerId="LiveId" clId="{B3A9A0BC-C2DA-4EE5-A13C-F91E2D186FCC}" dt="2026-01-20T01:45:08.704" v="2118"/>
          <ac:spMkLst>
            <pc:docMk/>
            <pc:sldMk cId="1314660599" sldId="260"/>
            <ac:spMk id="108" creationId="{3A912C67-99A1-4956-8F68-1846C21771E8}"/>
          </ac:spMkLst>
        </pc:spChg>
        <pc:grpChg chg="add del">
          <ac:chgData name="Rodrigue Pefung" userId="8ecda4aa74ae26c7" providerId="LiveId" clId="{B3A9A0BC-C2DA-4EE5-A13C-F91E2D186FCC}" dt="2026-01-19T20:25:53.806" v="342" actId="26606"/>
          <ac:grpSpMkLst>
            <pc:docMk/>
            <pc:sldMk cId="1314660599" sldId="260"/>
            <ac:grpSpMk id="18" creationId="{114ED94A-C85D-4CD3-4205-438D21CE6B38}"/>
          </ac:grpSpMkLst>
        </pc:grpChg>
        <pc:grpChg chg="add del">
          <ac:chgData name="Rodrigue Pefung" userId="8ecda4aa74ae26c7" providerId="LiveId" clId="{B3A9A0BC-C2DA-4EE5-A13C-F91E2D186FCC}" dt="2026-01-19T20:26:54.313" v="348" actId="26606"/>
          <ac:grpSpMkLst>
            <pc:docMk/>
            <pc:sldMk cId="1314660599" sldId="260"/>
            <ac:grpSpMk id="27" creationId="{6258F736-B256-8039-9DC6-F4E49A5C5AD5}"/>
          </ac:grpSpMkLst>
        </pc:grpChg>
        <pc:grpChg chg="add del">
          <ac:chgData name="Rodrigue Pefung" userId="8ecda4aa74ae26c7" providerId="LiveId" clId="{B3A9A0BC-C2DA-4EE5-A13C-F91E2D186FCC}" dt="2026-01-19T20:27:27.263" v="351" actId="26606"/>
          <ac:grpSpMkLst>
            <pc:docMk/>
            <pc:sldMk cId="1314660599" sldId="260"/>
            <ac:grpSpMk id="36" creationId="{31C49F18-8757-4E87-5C2E-9D6D7B82BA3B}"/>
          </ac:grpSpMkLst>
        </pc:grpChg>
        <pc:grpChg chg="add del">
          <ac:chgData name="Rodrigue Pefung" userId="8ecda4aa74ae26c7" providerId="LiveId" clId="{B3A9A0BC-C2DA-4EE5-A13C-F91E2D186FCC}" dt="2026-01-19T20:28:11.032" v="359" actId="26606"/>
          <ac:grpSpMkLst>
            <pc:docMk/>
            <pc:sldMk cId="1314660599" sldId="260"/>
            <ac:grpSpMk id="46" creationId="{DD81D498-EAA8-40F3-8230-AE4DEDA3830D}"/>
          </ac:grpSpMkLst>
        </pc:grpChg>
        <pc:grpChg chg="add del">
          <ac:chgData name="Rodrigue Pefung" userId="8ecda4aa74ae26c7" providerId="LiveId" clId="{B3A9A0BC-C2DA-4EE5-A13C-F91E2D186FCC}" dt="2026-01-19T20:28:11.032" v="359" actId="26606"/>
          <ac:grpSpMkLst>
            <pc:docMk/>
            <pc:sldMk cId="1314660599" sldId="260"/>
            <ac:grpSpMk id="51" creationId="{569E5994-073E-4708-B3E6-43BFED0CEB4C}"/>
          </ac:grpSpMkLst>
        </pc:grpChg>
        <pc:grpChg chg="add del">
          <ac:chgData name="Rodrigue Pefung" userId="8ecda4aa74ae26c7" providerId="LiveId" clId="{B3A9A0BC-C2DA-4EE5-A13C-F91E2D186FCC}" dt="2026-01-19T20:28:11.032" v="358" actId="26606"/>
          <ac:grpSpMkLst>
            <pc:docMk/>
            <pc:sldMk cId="1314660599" sldId="260"/>
            <ac:grpSpMk id="61" creationId="{569E5994-073E-4708-B3E6-43BFED0CEB4C}"/>
          </ac:grpSpMkLst>
        </pc:grpChg>
        <pc:grpChg chg="add del">
          <ac:chgData name="Rodrigue Pefung" userId="8ecda4aa74ae26c7" providerId="LiveId" clId="{B3A9A0BC-C2DA-4EE5-A13C-F91E2D186FCC}" dt="2026-01-19T20:28:11.032" v="358" actId="26606"/>
          <ac:grpSpMkLst>
            <pc:docMk/>
            <pc:sldMk cId="1314660599" sldId="260"/>
            <ac:grpSpMk id="67" creationId="{DD81D498-EAA8-40F3-8230-AE4DEDA3830D}"/>
          </ac:grpSpMkLst>
        </pc:grpChg>
        <pc:grpChg chg="del">
          <ac:chgData name="Rodrigue Pefung" userId="8ecda4aa74ae26c7" providerId="LiveId" clId="{B3A9A0BC-C2DA-4EE5-A13C-F91E2D186FCC}" dt="2026-01-19T20:31:07.323" v="378" actId="26606"/>
          <ac:grpSpMkLst>
            <pc:docMk/>
            <pc:sldMk cId="1314660599" sldId="260"/>
            <ac:grpSpMk id="75" creationId="{C28A977F-B603-4D81-B0FC-C8DE048A7931}"/>
          </ac:grpSpMkLst>
        </pc:grpChg>
        <pc:grpChg chg="add del">
          <ac:chgData name="Rodrigue Pefung" userId="8ecda4aa74ae26c7" providerId="LiveId" clId="{B3A9A0BC-C2DA-4EE5-A13C-F91E2D186FCC}" dt="2026-01-19T20:31:07.323" v="378" actId="26606"/>
          <ac:grpSpMkLst>
            <pc:docMk/>
            <pc:sldMk cId="1314660599" sldId="260"/>
            <ac:grpSpMk id="80" creationId="{C78D9229-E61D-4FEE-8321-2F8B64A8CADF}"/>
          </ac:grpSpMkLst>
        </pc:grpChg>
        <pc:grpChg chg="add del">
          <ac:chgData name="Rodrigue Pefung" userId="8ecda4aa74ae26c7" providerId="LiveId" clId="{B3A9A0BC-C2DA-4EE5-A13C-F91E2D186FCC}" dt="2026-01-20T01:45:08.704" v="2118"/>
          <ac:grpSpMkLst>
            <pc:docMk/>
            <pc:sldMk cId="1314660599" sldId="260"/>
            <ac:grpSpMk id="110" creationId="{569E5994-073E-4708-B3E6-43BFED0CEB4C}"/>
          </ac:grpSpMkLst>
        </pc:grpChg>
        <pc:grpChg chg="add del">
          <ac:chgData name="Rodrigue Pefung" userId="8ecda4aa74ae26c7" providerId="LiveId" clId="{B3A9A0BC-C2DA-4EE5-A13C-F91E2D186FCC}" dt="2026-01-20T01:45:08.704" v="2118"/>
          <ac:grpSpMkLst>
            <pc:docMk/>
            <pc:sldMk cId="1314660599" sldId="260"/>
            <ac:grpSpMk id="116" creationId="{DD81D498-EAA8-40F3-8230-AE4DEDA3830D}"/>
          </ac:grpSpMkLst>
        </pc:grpChg>
        <pc:picChg chg="add del mod ord">
          <ac:chgData name="Rodrigue Pefung" userId="8ecda4aa74ae26c7" providerId="LiveId" clId="{B3A9A0BC-C2DA-4EE5-A13C-F91E2D186FCC}" dt="2026-01-19T20:15:00.684" v="4" actId="21"/>
          <ac:picMkLst>
            <pc:docMk/>
            <pc:sldMk cId="1314660599" sldId="260"/>
            <ac:picMk id="5" creationId="{6F9BCD60-D913-7492-EB28-A0E04F2A818B}"/>
          </ac:picMkLst>
        </pc:picChg>
        <pc:picChg chg="add mod ord">
          <ac:chgData name="Rodrigue Pefung" userId="8ecda4aa74ae26c7" providerId="LiveId" clId="{B3A9A0BC-C2DA-4EE5-A13C-F91E2D186FCC}" dt="2026-01-19T23:44:59.311" v="993" actId="1076"/>
          <ac:picMkLst>
            <pc:docMk/>
            <pc:sldMk cId="1314660599" sldId="260"/>
            <ac:picMk id="8" creationId="{9D753F2A-5840-6664-CD78-1F977AD8484C}"/>
          </ac:picMkLst>
        </pc:picChg>
      </pc:sldChg>
      <pc:sldChg chg="addSp delSp modSp new mod setBg delDesignElem">
        <pc:chgData name="Rodrigue Pefung" userId="8ecda4aa74ae26c7" providerId="LiveId" clId="{B3A9A0BC-C2DA-4EE5-A13C-F91E2D186FCC}" dt="2026-01-20T01:51:16.342" v="2141" actId="207"/>
        <pc:sldMkLst>
          <pc:docMk/>
          <pc:sldMk cId="3997263707" sldId="261"/>
        </pc:sldMkLst>
        <pc:spChg chg="mod">
          <ac:chgData name="Rodrigue Pefung" userId="8ecda4aa74ae26c7" providerId="LiveId" clId="{B3A9A0BC-C2DA-4EE5-A13C-F91E2D186FCC}" dt="2026-01-20T01:51:11.636" v="2140" actId="207"/>
          <ac:spMkLst>
            <pc:docMk/>
            <pc:sldMk cId="3997263707" sldId="261"/>
            <ac:spMk id="2" creationId="{C22E6540-D18B-172F-3CEE-8397082BFD68}"/>
          </ac:spMkLst>
        </pc:spChg>
        <pc:spChg chg="mod ord">
          <ac:chgData name="Rodrigue Pefung" userId="8ecda4aa74ae26c7" providerId="LiveId" clId="{B3A9A0BC-C2DA-4EE5-A13C-F91E2D186FCC}" dt="2026-01-20T01:51:16.342" v="2141" actId="207"/>
          <ac:spMkLst>
            <pc:docMk/>
            <pc:sldMk cId="3997263707" sldId="261"/>
            <ac:spMk id="3" creationId="{987DBDE5-6349-B0D3-C563-BF019E851CE4}"/>
          </ac:spMkLst>
        </pc:spChg>
        <pc:spChg chg="add del">
          <ac:chgData name="Rodrigue Pefung" userId="8ecda4aa74ae26c7" providerId="LiveId" clId="{B3A9A0BC-C2DA-4EE5-A13C-F91E2D186FCC}" dt="2026-01-19T23:43:46.097" v="983" actId="26606"/>
          <ac:spMkLst>
            <pc:docMk/>
            <pc:sldMk cId="3997263707" sldId="261"/>
            <ac:spMk id="12" creationId="{21516CB1-E8C8-4751-B6A6-46B2D1E72A61}"/>
          </ac:spMkLst>
        </pc:spChg>
        <pc:spChg chg="add del">
          <ac:chgData name="Rodrigue Pefung" userId="8ecda4aa74ae26c7" providerId="LiveId" clId="{B3A9A0BC-C2DA-4EE5-A13C-F91E2D186FCC}" dt="2026-01-19T23:43:46.097" v="983" actId="26606"/>
          <ac:spMkLst>
            <pc:docMk/>
            <pc:sldMk cId="3997263707" sldId="261"/>
            <ac:spMk id="14" creationId="{90C0C0D1-E79A-41FF-8322-256F6DD1499B}"/>
          </ac:spMkLst>
        </pc:spChg>
        <pc:spChg chg="add del">
          <ac:chgData name="Rodrigue Pefung" userId="8ecda4aa74ae26c7" providerId="LiveId" clId="{B3A9A0BC-C2DA-4EE5-A13C-F91E2D186FCC}" dt="2026-01-19T23:43:46.097" v="983" actId="26606"/>
          <ac:spMkLst>
            <pc:docMk/>
            <pc:sldMk cId="3997263707" sldId="261"/>
            <ac:spMk id="16" creationId="{395FA420-5595-49D1-9D5F-79EC43B55574}"/>
          </ac:spMkLst>
        </pc:spChg>
        <pc:spChg chg="add del">
          <ac:chgData name="Rodrigue Pefung" userId="8ecda4aa74ae26c7" providerId="LiveId" clId="{B3A9A0BC-C2DA-4EE5-A13C-F91E2D186FCC}" dt="2026-01-19T23:43:46.081" v="982" actId="26606"/>
          <ac:spMkLst>
            <pc:docMk/>
            <pc:sldMk cId="3997263707" sldId="261"/>
            <ac:spMk id="21" creationId="{7E6D2D34-4BB4-460B-8844-027610FB21F5}"/>
          </ac:spMkLst>
        </pc:spChg>
        <pc:spChg chg="add del">
          <ac:chgData name="Rodrigue Pefung" userId="8ecda4aa74ae26c7" providerId="LiveId" clId="{B3A9A0BC-C2DA-4EE5-A13C-F91E2D186FCC}" dt="2026-01-20T01:45:08.704" v="2118"/>
          <ac:spMkLst>
            <pc:docMk/>
            <pc:sldMk cId="3997263707" sldId="261"/>
            <ac:spMk id="30" creationId="{04695F26-39DB-450E-B464-9C76CD233B36}"/>
          </ac:spMkLst>
        </pc:spChg>
        <pc:spChg chg="add del">
          <ac:chgData name="Rodrigue Pefung" userId="8ecda4aa74ae26c7" providerId="LiveId" clId="{B3A9A0BC-C2DA-4EE5-A13C-F91E2D186FCC}" dt="2026-01-20T01:45:08.704" v="2118"/>
          <ac:spMkLst>
            <pc:docMk/>
            <pc:sldMk cId="3997263707" sldId="261"/>
            <ac:spMk id="31" creationId="{2F42E55F-A297-474F-AF2D-6D3A15822BCA}"/>
          </ac:spMkLst>
        </pc:spChg>
        <pc:grpChg chg="add del">
          <ac:chgData name="Rodrigue Pefung" userId="8ecda4aa74ae26c7" providerId="LiveId" clId="{B3A9A0BC-C2DA-4EE5-A13C-F91E2D186FCC}" dt="2026-01-19T23:43:46.081" v="982" actId="26606"/>
          <ac:grpSpMkLst>
            <pc:docMk/>
            <pc:sldMk cId="3997263707" sldId="261"/>
            <ac:grpSpMk id="23" creationId="{C5314570-9B06-4D37-8CBD-EDD67C2FA205}"/>
          </ac:grpSpMkLst>
        </pc:grpChg>
        <pc:grpChg chg="add del">
          <ac:chgData name="Rodrigue Pefung" userId="8ecda4aa74ae26c7" providerId="LiveId" clId="{B3A9A0BC-C2DA-4EE5-A13C-F91E2D186FCC}" dt="2026-01-20T01:45:08.704" v="2118"/>
          <ac:grpSpMkLst>
            <pc:docMk/>
            <pc:sldMk cId="3997263707" sldId="261"/>
            <ac:grpSpMk id="32" creationId="{972070F7-E065-4D60-8938-9FB8CDB8ACB0}"/>
          </ac:grpSpMkLst>
        </pc:grpChg>
        <pc:picChg chg="add mod ord">
          <ac:chgData name="Rodrigue Pefung" userId="8ecda4aa74ae26c7" providerId="LiveId" clId="{B3A9A0BC-C2DA-4EE5-A13C-F91E2D186FCC}" dt="2026-01-19T23:43:58.301" v="984" actId="14100"/>
          <ac:picMkLst>
            <pc:docMk/>
            <pc:sldMk cId="3997263707" sldId="261"/>
            <ac:picMk id="5" creationId="{6658F23D-E389-C958-E598-47C86A0BAC8D}"/>
          </ac:picMkLst>
        </pc:picChg>
        <pc:picChg chg="add mod ord">
          <ac:chgData name="Rodrigue Pefung" userId="8ecda4aa74ae26c7" providerId="LiveId" clId="{B3A9A0BC-C2DA-4EE5-A13C-F91E2D186FCC}" dt="2026-01-19T23:44:03.222" v="985" actId="14100"/>
          <ac:picMkLst>
            <pc:docMk/>
            <pc:sldMk cId="3997263707" sldId="261"/>
            <ac:picMk id="7" creationId="{6D2AD8BA-4FE1-9EE6-1728-B512C51D008B}"/>
          </ac:picMkLst>
        </pc:picChg>
      </pc:sldChg>
      <pc:sldChg chg="addSp delSp modSp new del mod setBg">
        <pc:chgData name="Rodrigue Pefung" userId="8ecda4aa74ae26c7" providerId="LiveId" clId="{B3A9A0BC-C2DA-4EE5-A13C-F91E2D186FCC}" dt="2026-01-19T21:03:12.222" v="760" actId="2696"/>
        <pc:sldMkLst>
          <pc:docMk/>
          <pc:sldMk cId="1449893096" sldId="262"/>
        </pc:sldMkLst>
        <pc:spChg chg="mod">
          <ac:chgData name="Rodrigue Pefung" userId="8ecda4aa74ae26c7" providerId="LiveId" clId="{B3A9A0BC-C2DA-4EE5-A13C-F91E2D186FCC}" dt="2026-01-19T21:01:58.186" v="757" actId="26606"/>
          <ac:spMkLst>
            <pc:docMk/>
            <pc:sldMk cId="1449893096" sldId="262"/>
            <ac:spMk id="2" creationId="{13200D31-B71E-436F-6533-774306289152}"/>
          </ac:spMkLst>
        </pc:spChg>
        <pc:spChg chg="mod ord">
          <ac:chgData name="Rodrigue Pefung" userId="8ecda4aa74ae26c7" providerId="LiveId" clId="{B3A9A0BC-C2DA-4EE5-A13C-F91E2D186FCC}" dt="2026-01-19T21:01:58.186" v="757" actId="26606"/>
          <ac:spMkLst>
            <pc:docMk/>
            <pc:sldMk cId="1449893096" sldId="262"/>
            <ac:spMk id="3" creationId="{E715CD62-99E1-B1B2-178A-19A2FB5172CF}"/>
          </ac:spMkLst>
        </pc:spChg>
        <pc:spChg chg="add del">
          <ac:chgData name="Rodrigue Pefung" userId="8ecda4aa74ae26c7" providerId="LiveId" clId="{B3A9A0BC-C2DA-4EE5-A13C-F91E2D186FCC}" dt="2026-01-19T20:55:20.314" v="723" actId="26606"/>
          <ac:spMkLst>
            <pc:docMk/>
            <pc:sldMk cId="1449893096" sldId="262"/>
            <ac:spMk id="12" creationId="{A7AE9375-4664-4DB2-922D-2782A6E439AC}"/>
          </ac:spMkLst>
        </pc:spChg>
        <pc:spChg chg="add del">
          <ac:chgData name="Rodrigue Pefung" userId="8ecda4aa74ae26c7" providerId="LiveId" clId="{B3A9A0BC-C2DA-4EE5-A13C-F91E2D186FCC}" dt="2026-01-19T20:55:20.314" v="723" actId="26606"/>
          <ac:spMkLst>
            <pc:docMk/>
            <pc:sldMk cId="1449893096" sldId="262"/>
            <ac:spMk id="16" creationId="{C87417AF-190E-4D6E-AFA6-7D3E84B0B430}"/>
          </ac:spMkLst>
        </pc:spChg>
        <pc:spChg chg="add del">
          <ac:chgData name="Rodrigue Pefung" userId="8ecda4aa74ae26c7" providerId="LiveId" clId="{B3A9A0BC-C2DA-4EE5-A13C-F91E2D186FCC}" dt="2026-01-19T20:55:20.314" v="723" actId="26606"/>
          <ac:spMkLst>
            <pc:docMk/>
            <pc:sldMk cId="1449893096" sldId="262"/>
            <ac:spMk id="18" creationId="{80B30ED8-273E-4C07-8568-2FE5CC5C483D}"/>
          </ac:spMkLst>
        </pc:spChg>
        <pc:spChg chg="add del">
          <ac:chgData name="Rodrigue Pefung" userId="8ecda4aa74ae26c7" providerId="LiveId" clId="{B3A9A0BC-C2DA-4EE5-A13C-F91E2D186FCC}" dt="2026-01-19T20:56:24.197" v="731" actId="26606"/>
          <ac:spMkLst>
            <pc:docMk/>
            <pc:sldMk cId="1449893096" sldId="262"/>
            <ac:spMk id="20" creationId="{1382A32C-5B0C-4B1C-A074-76C6DBCC9F87}"/>
          </ac:spMkLst>
        </pc:spChg>
        <pc:spChg chg="add del">
          <ac:chgData name="Rodrigue Pefung" userId="8ecda4aa74ae26c7" providerId="LiveId" clId="{B3A9A0BC-C2DA-4EE5-A13C-F91E2D186FCC}" dt="2026-01-19T20:56:24.197" v="731" actId="26606"/>
          <ac:spMkLst>
            <pc:docMk/>
            <pc:sldMk cId="1449893096" sldId="262"/>
            <ac:spMk id="21" creationId="{149FB5C3-7336-4FE0-A30C-CC0A3646D499}"/>
          </ac:spMkLst>
        </pc:spChg>
        <pc:spChg chg="add del">
          <ac:chgData name="Rodrigue Pefung" userId="8ecda4aa74ae26c7" providerId="LiveId" clId="{B3A9A0BC-C2DA-4EE5-A13C-F91E2D186FCC}" dt="2026-01-19T20:56:24.197" v="731" actId="26606"/>
          <ac:spMkLst>
            <pc:docMk/>
            <pc:sldMk cId="1449893096" sldId="262"/>
            <ac:spMk id="24" creationId="{0DA909B4-15FF-46A6-8A7F-7AEF977FE9ED}"/>
          </ac:spMkLst>
        </pc:spChg>
        <pc:spChg chg="add del">
          <ac:chgData name="Rodrigue Pefung" userId="8ecda4aa74ae26c7" providerId="LiveId" clId="{B3A9A0BC-C2DA-4EE5-A13C-F91E2D186FCC}" dt="2026-01-19T20:56:11.359" v="726" actId="26606"/>
          <ac:spMkLst>
            <pc:docMk/>
            <pc:sldMk cId="1449893096" sldId="262"/>
            <ac:spMk id="29" creationId="{352BEC0E-22F8-46D0-9632-375DB541B06C}"/>
          </ac:spMkLst>
        </pc:spChg>
        <pc:spChg chg="add del">
          <ac:chgData name="Rodrigue Pefung" userId="8ecda4aa74ae26c7" providerId="LiveId" clId="{B3A9A0BC-C2DA-4EE5-A13C-F91E2D186FCC}" dt="2026-01-19T20:56:11.359" v="726" actId="26606"/>
          <ac:spMkLst>
            <pc:docMk/>
            <pc:sldMk cId="1449893096" sldId="262"/>
            <ac:spMk id="31" creationId="{3FCFB1DE-0B7E-48CC-BA90-B2AB0889F9D6}"/>
          </ac:spMkLst>
        </pc:spChg>
        <pc:spChg chg="add del">
          <ac:chgData name="Rodrigue Pefung" userId="8ecda4aa74ae26c7" providerId="LiveId" clId="{B3A9A0BC-C2DA-4EE5-A13C-F91E2D186FCC}" dt="2026-01-19T20:56:20.141" v="728" actId="26606"/>
          <ac:spMkLst>
            <pc:docMk/>
            <pc:sldMk cId="1449893096" sldId="262"/>
            <ac:spMk id="34" creationId="{0D7B6173-1D58-48E2-83CF-37350F315F75}"/>
          </ac:spMkLst>
        </pc:spChg>
        <pc:spChg chg="add del">
          <ac:chgData name="Rodrigue Pefung" userId="8ecda4aa74ae26c7" providerId="LiveId" clId="{B3A9A0BC-C2DA-4EE5-A13C-F91E2D186FCC}" dt="2026-01-19T20:56:20.141" v="728" actId="26606"/>
          <ac:spMkLst>
            <pc:docMk/>
            <pc:sldMk cId="1449893096" sldId="262"/>
            <ac:spMk id="35" creationId="{21BDEC81-16A7-4451-B893-C15000083B77}"/>
          </ac:spMkLst>
        </pc:spChg>
        <pc:spChg chg="add del">
          <ac:chgData name="Rodrigue Pefung" userId="8ecda4aa74ae26c7" providerId="LiveId" clId="{B3A9A0BC-C2DA-4EE5-A13C-F91E2D186FCC}" dt="2026-01-19T20:56:20.141" v="728" actId="26606"/>
          <ac:spMkLst>
            <pc:docMk/>
            <pc:sldMk cId="1449893096" sldId="262"/>
            <ac:spMk id="36" creationId="{8B068B58-6F94-4AFF-A8A7-18573884D6CD}"/>
          </ac:spMkLst>
        </pc:spChg>
        <pc:spChg chg="add del">
          <ac:chgData name="Rodrigue Pefung" userId="8ecda4aa74ae26c7" providerId="LiveId" clId="{B3A9A0BC-C2DA-4EE5-A13C-F91E2D186FCC}" dt="2026-01-19T20:56:20.141" v="728" actId="26606"/>
          <ac:spMkLst>
            <pc:docMk/>
            <pc:sldMk cId="1449893096" sldId="262"/>
            <ac:spMk id="37" creationId="{BE5B028C-7535-45E5-9D2C-32C50D0E0E43}"/>
          </ac:spMkLst>
        </pc:spChg>
        <pc:spChg chg="add del">
          <ac:chgData name="Rodrigue Pefung" userId="8ecda4aa74ae26c7" providerId="LiveId" clId="{B3A9A0BC-C2DA-4EE5-A13C-F91E2D186FCC}" dt="2026-01-19T20:56:24.181" v="730" actId="26606"/>
          <ac:spMkLst>
            <pc:docMk/>
            <pc:sldMk cId="1449893096" sldId="262"/>
            <ac:spMk id="39" creationId="{EF4CB1B7-AF26-4C13-8E7D-0489A31E4B7F}"/>
          </ac:spMkLst>
        </pc:spChg>
        <pc:spChg chg="add del">
          <ac:chgData name="Rodrigue Pefung" userId="8ecda4aa74ae26c7" providerId="LiveId" clId="{B3A9A0BC-C2DA-4EE5-A13C-F91E2D186FCC}" dt="2026-01-19T20:56:24.181" v="730" actId="26606"/>
          <ac:spMkLst>
            <pc:docMk/>
            <pc:sldMk cId="1449893096" sldId="262"/>
            <ac:spMk id="42" creationId="{0DA909B4-15FF-46A6-8A7F-7AEF977FE9ED}"/>
          </ac:spMkLst>
        </pc:spChg>
        <pc:spChg chg="add del">
          <ac:chgData name="Rodrigue Pefung" userId="8ecda4aa74ae26c7" providerId="LiveId" clId="{B3A9A0BC-C2DA-4EE5-A13C-F91E2D186FCC}" dt="2026-01-19T20:56:24.181" v="730" actId="26606"/>
          <ac:spMkLst>
            <pc:docMk/>
            <pc:sldMk cId="1449893096" sldId="262"/>
            <ac:spMk id="43" creationId="{1382A32C-5B0C-4B1C-A074-76C6DBCC9F87}"/>
          </ac:spMkLst>
        </pc:spChg>
        <pc:spChg chg="add del">
          <ac:chgData name="Rodrigue Pefung" userId="8ecda4aa74ae26c7" providerId="LiveId" clId="{B3A9A0BC-C2DA-4EE5-A13C-F91E2D186FCC}" dt="2026-01-19T20:56:46.937" v="736" actId="26606"/>
          <ac:spMkLst>
            <pc:docMk/>
            <pc:sldMk cId="1449893096" sldId="262"/>
            <ac:spMk id="45" creationId="{AAAE94E3-A7DB-4868-B1E3-E49703488BBC}"/>
          </ac:spMkLst>
        </pc:spChg>
        <pc:spChg chg="add del">
          <ac:chgData name="Rodrigue Pefung" userId="8ecda4aa74ae26c7" providerId="LiveId" clId="{B3A9A0BC-C2DA-4EE5-A13C-F91E2D186FCC}" dt="2026-01-19T20:56:46.937" v="736" actId="26606"/>
          <ac:spMkLst>
            <pc:docMk/>
            <pc:sldMk cId="1449893096" sldId="262"/>
            <ac:spMk id="49" creationId="{3873B707-463F-40B0-8227-E8CC6C67EB25}"/>
          </ac:spMkLst>
        </pc:spChg>
        <pc:spChg chg="add del">
          <ac:chgData name="Rodrigue Pefung" userId="8ecda4aa74ae26c7" providerId="LiveId" clId="{B3A9A0BC-C2DA-4EE5-A13C-F91E2D186FCC}" dt="2026-01-19T20:56:46.937" v="736" actId="26606"/>
          <ac:spMkLst>
            <pc:docMk/>
            <pc:sldMk cId="1449893096" sldId="262"/>
            <ac:spMk id="50" creationId="{C13237C8-E62C-4F0D-A318-BD6FB6C2D138}"/>
          </ac:spMkLst>
        </pc:spChg>
        <pc:spChg chg="add del">
          <ac:chgData name="Rodrigue Pefung" userId="8ecda4aa74ae26c7" providerId="LiveId" clId="{B3A9A0BC-C2DA-4EE5-A13C-F91E2D186FCC}" dt="2026-01-19T20:56:46.937" v="736" actId="26606"/>
          <ac:spMkLst>
            <pc:docMk/>
            <pc:sldMk cId="1449893096" sldId="262"/>
            <ac:spMk id="51" creationId="{19C9EAEA-39D0-4B0E-A0EB-51E7B26740B1}"/>
          </ac:spMkLst>
        </pc:spChg>
        <pc:spChg chg="add del">
          <ac:chgData name="Rodrigue Pefung" userId="8ecda4aa74ae26c7" providerId="LiveId" clId="{B3A9A0BC-C2DA-4EE5-A13C-F91E2D186FCC}" dt="2026-01-19T20:56:46.937" v="736" actId="26606"/>
          <ac:spMkLst>
            <pc:docMk/>
            <pc:sldMk cId="1449893096" sldId="262"/>
            <ac:spMk id="52" creationId="{8CB5D2D7-DF65-4E86-BFBA-FFB9B5ACEB64}"/>
          </ac:spMkLst>
        </pc:spChg>
        <pc:spChg chg="add del">
          <ac:chgData name="Rodrigue Pefung" userId="8ecda4aa74ae26c7" providerId="LiveId" clId="{B3A9A0BC-C2DA-4EE5-A13C-F91E2D186FCC}" dt="2026-01-19T20:56:46.937" v="735" actId="26606"/>
          <ac:spMkLst>
            <pc:docMk/>
            <pc:sldMk cId="1449893096" sldId="262"/>
            <ac:spMk id="57" creationId="{AAAE94E3-A7DB-4868-B1E3-E49703488BBC}"/>
          </ac:spMkLst>
        </pc:spChg>
        <pc:spChg chg="add del">
          <ac:chgData name="Rodrigue Pefung" userId="8ecda4aa74ae26c7" providerId="LiveId" clId="{B3A9A0BC-C2DA-4EE5-A13C-F91E2D186FCC}" dt="2026-01-19T20:56:46.937" v="735" actId="26606"/>
          <ac:spMkLst>
            <pc:docMk/>
            <pc:sldMk cId="1449893096" sldId="262"/>
            <ac:spMk id="63" creationId="{3873B707-463F-40B0-8227-E8CC6C67EB25}"/>
          </ac:spMkLst>
        </pc:spChg>
        <pc:spChg chg="add del">
          <ac:chgData name="Rodrigue Pefung" userId="8ecda4aa74ae26c7" providerId="LiveId" clId="{B3A9A0BC-C2DA-4EE5-A13C-F91E2D186FCC}" dt="2026-01-19T20:56:46.937" v="735" actId="26606"/>
          <ac:spMkLst>
            <pc:docMk/>
            <pc:sldMk cId="1449893096" sldId="262"/>
            <ac:spMk id="65" creationId="{C13237C8-E62C-4F0D-A318-BD6FB6C2D138}"/>
          </ac:spMkLst>
        </pc:spChg>
        <pc:spChg chg="add del">
          <ac:chgData name="Rodrigue Pefung" userId="8ecda4aa74ae26c7" providerId="LiveId" clId="{B3A9A0BC-C2DA-4EE5-A13C-F91E2D186FCC}" dt="2026-01-19T20:56:46.937" v="735" actId="26606"/>
          <ac:spMkLst>
            <pc:docMk/>
            <pc:sldMk cId="1449893096" sldId="262"/>
            <ac:spMk id="67" creationId="{19C9EAEA-39D0-4B0E-A0EB-51E7B26740B1}"/>
          </ac:spMkLst>
        </pc:spChg>
        <pc:spChg chg="add del">
          <ac:chgData name="Rodrigue Pefung" userId="8ecda4aa74ae26c7" providerId="LiveId" clId="{B3A9A0BC-C2DA-4EE5-A13C-F91E2D186FCC}" dt="2026-01-19T20:56:46.937" v="735" actId="26606"/>
          <ac:spMkLst>
            <pc:docMk/>
            <pc:sldMk cId="1449893096" sldId="262"/>
            <ac:spMk id="69" creationId="{8CB5D2D7-DF65-4E86-BFBA-FFB9B5ACEB64}"/>
          </ac:spMkLst>
        </pc:spChg>
        <pc:spChg chg="add del">
          <ac:chgData name="Rodrigue Pefung" userId="8ecda4aa74ae26c7" providerId="LiveId" clId="{B3A9A0BC-C2DA-4EE5-A13C-F91E2D186FCC}" dt="2026-01-19T20:57:03.176" v="740" actId="26606"/>
          <ac:spMkLst>
            <pc:docMk/>
            <pc:sldMk cId="1449893096" sldId="262"/>
            <ac:spMk id="71" creationId="{6ECA6DCB-B7E1-40A9-9524-540C6DA40B1B}"/>
          </ac:spMkLst>
        </pc:spChg>
        <pc:spChg chg="add del">
          <ac:chgData name="Rodrigue Pefung" userId="8ecda4aa74ae26c7" providerId="LiveId" clId="{B3A9A0BC-C2DA-4EE5-A13C-F91E2D186FCC}" dt="2026-01-19T20:57:03.176" v="740" actId="26606"/>
          <ac:spMkLst>
            <pc:docMk/>
            <pc:sldMk cId="1449893096" sldId="262"/>
            <ac:spMk id="75" creationId="{3873B707-463F-40B0-8227-E8CC6C67EB25}"/>
          </ac:spMkLst>
        </pc:spChg>
        <pc:spChg chg="add del">
          <ac:chgData name="Rodrigue Pefung" userId="8ecda4aa74ae26c7" providerId="LiveId" clId="{B3A9A0BC-C2DA-4EE5-A13C-F91E2D186FCC}" dt="2026-01-19T20:57:03.176" v="740" actId="26606"/>
          <ac:spMkLst>
            <pc:docMk/>
            <pc:sldMk cId="1449893096" sldId="262"/>
            <ac:spMk id="76" creationId="{C13237C8-E62C-4F0D-A318-BD6FB6C2D138}"/>
          </ac:spMkLst>
        </pc:spChg>
        <pc:spChg chg="add del">
          <ac:chgData name="Rodrigue Pefung" userId="8ecda4aa74ae26c7" providerId="LiveId" clId="{B3A9A0BC-C2DA-4EE5-A13C-F91E2D186FCC}" dt="2026-01-19T20:57:03.176" v="740" actId="26606"/>
          <ac:spMkLst>
            <pc:docMk/>
            <pc:sldMk cId="1449893096" sldId="262"/>
            <ac:spMk id="77" creationId="{19C9EAEA-39D0-4B0E-A0EB-51E7B26740B1}"/>
          </ac:spMkLst>
        </pc:spChg>
        <pc:spChg chg="add del">
          <ac:chgData name="Rodrigue Pefung" userId="8ecda4aa74ae26c7" providerId="LiveId" clId="{B3A9A0BC-C2DA-4EE5-A13C-F91E2D186FCC}" dt="2026-01-19T20:57:03.176" v="740" actId="26606"/>
          <ac:spMkLst>
            <pc:docMk/>
            <pc:sldMk cId="1449893096" sldId="262"/>
            <ac:spMk id="78" creationId="{8CB5D2D7-DF65-4E86-BFBA-FFB9B5ACEB64}"/>
          </ac:spMkLst>
        </pc:spChg>
        <pc:spChg chg="add del">
          <ac:chgData name="Rodrigue Pefung" userId="8ecda4aa74ae26c7" providerId="LiveId" clId="{B3A9A0BC-C2DA-4EE5-A13C-F91E2D186FCC}" dt="2026-01-19T20:57:03.176" v="739" actId="26606"/>
          <ac:spMkLst>
            <pc:docMk/>
            <pc:sldMk cId="1449893096" sldId="262"/>
            <ac:spMk id="83" creationId="{6ECA6DCB-B7E1-40A9-9524-540C6DA40B1B}"/>
          </ac:spMkLst>
        </pc:spChg>
        <pc:spChg chg="add del">
          <ac:chgData name="Rodrigue Pefung" userId="8ecda4aa74ae26c7" providerId="LiveId" clId="{B3A9A0BC-C2DA-4EE5-A13C-F91E2D186FCC}" dt="2026-01-19T20:57:03.176" v="739" actId="26606"/>
          <ac:spMkLst>
            <pc:docMk/>
            <pc:sldMk cId="1449893096" sldId="262"/>
            <ac:spMk id="89" creationId="{3873B707-463F-40B0-8227-E8CC6C67EB25}"/>
          </ac:spMkLst>
        </pc:spChg>
        <pc:spChg chg="add del">
          <ac:chgData name="Rodrigue Pefung" userId="8ecda4aa74ae26c7" providerId="LiveId" clId="{B3A9A0BC-C2DA-4EE5-A13C-F91E2D186FCC}" dt="2026-01-19T20:57:03.176" v="739" actId="26606"/>
          <ac:spMkLst>
            <pc:docMk/>
            <pc:sldMk cId="1449893096" sldId="262"/>
            <ac:spMk id="91" creationId="{C13237C8-E62C-4F0D-A318-BD6FB6C2D138}"/>
          </ac:spMkLst>
        </pc:spChg>
        <pc:spChg chg="add del">
          <ac:chgData name="Rodrigue Pefung" userId="8ecda4aa74ae26c7" providerId="LiveId" clId="{B3A9A0BC-C2DA-4EE5-A13C-F91E2D186FCC}" dt="2026-01-19T20:57:03.176" v="739" actId="26606"/>
          <ac:spMkLst>
            <pc:docMk/>
            <pc:sldMk cId="1449893096" sldId="262"/>
            <ac:spMk id="93" creationId="{19C9EAEA-39D0-4B0E-A0EB-51E7B26740B1}"/>
          </ac:spMkLst>
        </pc:spChg>
        <pc:spChg chg="add del">
          <ac:chgData name="Rodrigue Pefung" userId="8ecda4aa74ae26c7" providerId="LiveId" clId="{B3A9A0BC-C2DA-4EE5-A13C-F91E2D186FCC}" dt="2026-01-19T20:57:03.176" v="739" actId="26606"/>
          <ac:spMkLst>
            <pc:docMk/>
            <pc:sldMk cId="1449893096" sldId="262"/>
            <ac:spMk id="95" creationId="{8CB5D2D7-DF65-4E86-BFBA-FFB9B5ACEB64}"/>
          </ac:spMkLst>
        </pc:spChg>
        <pc:spChg chg="add del">
          <ac:chgData name="Rodrigue Pefung" userId="8ecda4aa74ae26c7" providerId="LiveId" clId="{B3A9A0BC-C2DA-4EE5-A13C-F91E2D186FCC}" dt="2026-01-19T20:59:02.471" v="744" actId="26606"/>
          <ac:spMkLst>
            <pc:docMk/>
            <pc:sldMk cId="1449893096" sldId="262"/>
            <ac:spMk id="97" creationId="{AAAE94E3-A7DB-4868-B1E3-E49703488BBC}"/>
          </ac:spMkLst>
        </pc:spChg>
        <pc:spChg chg="add del">
          <ac:chgData name="Rodrigue Pefung" userId="8ecda4aa74ae26c7" providerId="LiveId" clId="{B3A9A0BC-C2DA-4EE5-A13C-F91E2D186FCC}" dt="2026-01-19T20:59:02.471" v="744" actId="26606"/>
          <ac:spMkLst>
            <pc:docMk/>
            <pc:sldMk cId="1449893096" sldId="262"/>
            <ac:spMk id="101" creationId="{3873B707-463F-40B0-8227-E8CC6C67EB25}"/>
          </ac:spMkLst>
        </pc:spChg>
        <pc:spChg chg="add del">
          <ac:chgData name="Rodrigue Pefung" userId="8ecda4aa74ae26c7" providerId="LiveId" clId="{B3A9A0BC-C2DA-4EE5-A13C-F91E2D186FCC}" dt="2026-01-19T20:59:02.471" v="744" actId="26606"/>
          <ac:spMkLst>
            <pc:docMk/>
            <pc:sldMk cId="1449893096" sldId="262"/>
            <ac:spMk id="102" creationId="{C13237C8-E62C-4F0D-A318-BD6FB6C2D138}"/>
          </ac:spMkLst>
        </pc:spChg>
        <pc:spChg chg="add del">
          <ac:chgData name="Rodrigue Pefung" userId="8ecda4aa74ae26c7" providerId="LiveId" clId="{B3A9A0BC-C2DA-4EE5-A13C-F91E2D186FCC}" dt="2026-01-19T20:59:02.471" v="744" actId="26606"/>
          <ac:spMkLst>
            <pc:docMk/>
            <pc:sldMk cId="1449893096" sldId="262"/>
            <ac:spMk id="103" creationId="{19C9EAEA-39D0-4B0E-A0EB-51E7B26740B1}"/>
          </ac:spMkLst>
        </pc:spChg>
        <pc:spChg chg="add del">
          <ac:chgData name="Rodrigue Pefung" userId="8ecda4aa74ae26c7" providerId="LiveId" clId="{B3A9A0BC-C2DA-4EE5-A13C-F91E2D186FCC}" dt="2026-01-19T20:59:02.471" v="744" actId="26606"/>
          <ac:spMkLst>
            <pc:docMk/>
            <pc:sldMk cId="1449893096" sldId="262"/>
            <ac:spMk id="104" creationId="{8CB5D2D7-DF65-4E86-BFBA-FFB9B5ACEB64}"/>
          </ac:spMkLst>
        </pc:spChg>
        <pc:spChg chg="add del">
          <ac:chgData name="Rodrigue Pefung" userId="8ecda4aa74ae26c7" providerId="LiveId" clId="{B3A9A0BC-C2DA-4EE5-A13C-F91E2D186FCC}" dt="2026-01-19T21:00:06.445" v="747" actId="26606"/>
          <ac:spMkLst>
            <pc:docMk/>
            <pc:sldMk cId="1449893096" sldId="262"/>
            <ac:spMk id="109" creationId="{AAAE94E3-A7DB-4868-B1E3-E49703488BBC}"/>
          </ac:spMkLst>
        </pc:spChg>
        <pc:spChg chg="add del">
          <ac:chgData name="Rodrigue Pefung" userId="8ecda4aa74ae26c7" providerId="LiveId" clId="{B3A9A0BC-C2DA-4EE5-A13C-F91E2D186FCC}" dt="2026-01-19T21:00:06.445" v="747" actId="26606"/>
          <ac:spMkLst>
            <pc:docMk/>
            <pc:sldMk cId="1449893096" sldId="262"/>
            <ac:spMk id="115" creationId="{3873B707-463F-40B0-8227-E8CC6C67EB25}"/>
          </ac:spMkLst>
        </pc:spChg>
        <pc:spChg chg="add del">
          <ac:chgData name="Rodrigue Pefung" userId="8ecda4aa74ae26c7" providerId="LiveId" clId="{B3A9A0BC-C2DA-4EE5-A13C-F91E2D186FCC}" dt="2026-01-19T21:00:06.445" v="747" actId="26606"/>
          <ac:spMkLst>
            <pc:docMk/>
            <pc:sldMk cId="1449893096" sldId="262"/>
            <ac:spMk id="117" creationId="{C13237C8-E62C-4F0D-A318-BD6FB6C2D138}"/>
          </ac:spMkLst>
        </pc:spChg>
        <pc:spChg chg="add del">
          <ac:chgData name="Rodrigue Pefung" userId="8ecda4aa74ae26c7" providerId="LiveId" clId="{B3A9A0BC-C2DA-4EE5-A13C-F91E2D186FCC}" dt="2026-01-19T21:00:06.445" v="747" actId="26606"/>
          <ac:spMkLst>
            <pc:docMk/>
            <pc:sldMk cId="1449893096" sldId="262"/>
            <ac:spMk id="119" creationId="{19C9EAEA-39D0-4B0E-A0EB-51E7B26740B1}"/>
          </ac:spMkLst>
        </pc:spChg>
        <pc:spChg chg="add del">
          <ac:chgData name="Rodrigue Pefung" userId="8ecda4aa74ae26c7" providerId="LiveId" clId="{B3A9A0BC-C2DA-4EE5-A13C-F91E2D186FCC}" dt="2026-01-19T21:00:06.445" v="747" actId="26606"/>
          <ac:spMkLst>
            <pc:docMk/>
            <pc:sldMk cId="1449893096" sldId="262"/>
            <ac:spMk id="121" creationId="{8CB5D2D7-DF65-4E86-BFBA-FFB9B5ACEB64}"/>
          </ac:spMkLst>
        </pc:spChg>
        <pc:spChg chg="add del">
          <ac:chgData name="Rodrigue Pefung" userId="8ecda4aa74ae26c7" providerId="LiveId" clId="{B3A9A0BC-C2DA-4EE5-A13C-F91E2D186FCC}" dt="2026-01-19T21:00:06.437" v="746" actId="26606"/>
          <ac:spMkLst>
            <pc:docMk/>
            <pc:sldMk cId="1449893096" sldId="262"/>
            <ac:spMk id="126" creationId="{F35DB090-93B5-4581-8D71-BB3839684BFF}"/>
          </ac:spMkLst>
        </pc:spChg>
        <pc:spChg chg="add del">
          <ac:chgData name="Rodrigue Pefung" userId="8ecda4aa74ae26c7" providerId="LiveId" clId="{B3A9A0BC-C2DA-4EE5-A13C-F91E2D186FCC}" dt="2026-01-19T21:00:06.437" v="746" actId="26606"/>
          <ac:spMkLst>
            <pc:docMk/>
            <pc:sldMk cId="1449893096" sldId="262"/>
            <ac:spMk id="128" creationId="{A0DE92DF-4769-4DE9-93FD-EE31271850CA}"/>
          </ac:spMkLst>
        </pc:spChg>
        <pc:spChg chg="add del">
          <ac:chgData name="Rodrigue Pefung" userId="8ecda4aa74ae26c7" providerId="LiveId" clId="{B3A9A0BC-C2DA-4EE5-A13C-F91E2D186FCC}" dt="2026-01-19T21:01:58.186" v="757" actId="26606"/>
          <ac:spMkLst>
            <pc:docMk/>
            <pc:sldMk cId="1449893096" sldId="262"/>
            <ac:spMk id="130" creationId="{3A8AEACA-9535-4BE8-A91B-8BE82BA54751}"/>
          </ac:spMkLst>
        </pc:spChg>
        <pc:spChg chg="add del">
          <ac:chgData name="Rodrigue Pefung" userId="8ecda4aa74ae26c7" providerId="LiveId" clId="{B3A9A0BC-C2DA-4EE5-A13C-F91E2D186FCC}" dt="2026-01-19T21:01:58.186" v="757" actId="26606"/>
          <ac:spMkLst>
            <pc:docMk/>
            <pc:sldMk cId="1449893096" sldId="262"/>
            <ac:spMk id="131" creationId="{49B9E8A9-352D-4DCB-9485-C777000D4979}"/>
          </ac:spMkLst>
        </pc:spChg>
        <pc:spChg chg="add del">
          <ac:chgData name="Rodrigue Pefung" userId="8ecda4aa74ae26c7" providerId="LiveId" clId="{B3A9A0BC-C2DA-4EE5-A13C-F91E2D186FCC}" dt="2026-01-19T21:01:58.186" v="757" actId="26606"/>
          <ac:spMkLst>
            <pc:docMk/>
            <pc:sldMk cId="1449893096" sldId="262"/>
            <ac:spMk id="132" creationId="{C2A9B0E5-C2C1-4B85-99A9-117A659D5FE0}"/>
          </ac:spMkLst>
        </pc:spChg>
        <pc:spChg chg="add del">
          <ac:chgData name="Rodrigue Pefung" userId="8ecda4aa74ae26c7" providerId="LiveId" clId="{B3A9A0BC-C2DA-4EE5-A13C-F91E2D186FCC}" dt="2026-01-19T21:01:45.593" v="754" actId="26606"/>
          <ac:spMkLst>
            <pc:docMk/>
            <pc:sldMk cId="1449893096" sldId="262"/>
            <ac:spMk id="137" creationId="{6ECA6DCB-B7E1-40A9-9524-540C6DA40B1B}"/>
          </ac:spMkLst>
        </pc:spChg>
        <pc:spChg chg="add">
          <ac:chgData name="Rodrigue Pefung" userId="8ecda4aa74ae26c7" providerId="LiveId" clId="{B3A9A0BC-C2DA-4EE5-A13C-F91E2D186FCC}" dt="2026-01-19T21:01:58.186" v="757" actId="26606"/>
          <ac:spMkLst>
            <pc:docMk/>
            <pc:sldMk cId="1449893096" sldId="262"/>
            <ac:spMk id="141" creationId="{81D83946-74FA-498A-AC80-9926F041B5C5}"/>
          </ac:spMkLst>
        </pc:spChg>
        <pc:spChg chg="add del">
          <ac:chgData name="Rodrigue Pefung" userId="8ecda4aa74ae26c7" providerId="LiveId" clId="{B3A9A0BC-C2DA-4EE5-A13C-F91E2D186FCC}" dt="2026-01-19T21:01:45.593" v="754" actId="26606"/>
          <ac:spMkLst>
            <pc:docMk/>
            <pc:sldMk cId="1449893096" sldId="262"/>
            <ac:spMk id="143" creationId="{3873B707-463F-40B0-8227-E8CC6C67EB25}"/>
          </ac:spMkLst>
        </pc:spChg>
        <pc:spChg chg="add del">
          <ac:chgData name="Rodrigue Pefung" userId="8ecda4aa74ae26c7" providerId="LiveId" clId="{B3A9A0BC-C2DA-4EE5-A13C-F91E2D186FCC}" dt="2026-01-19T21:01:45.593" v="754" actId="26606"/>
          <ac:spMkLst>
            <pc:docMk/>
            <pc:sldMk cId="1449893096" sldId="262"/>
            <ac:spMk id="145" creationId="{C13237C8-E62C-4F0D-A318-BD6FB6C2D138}"/>
          </ac:spMkLst>
        </pc:spChg>
        <pc:spChg chg="add del">
          <ac:chgData name="Rodrigue Pefung" userId="8ecda4aa74ae26c7" providerId="LiveId" clId="{B3A9A0BC-C2DA-4EE5-A13C-F91E2D186FCC}" dt="2026-01-19T21:01:45.593" v="754" actId="26606"/>
          <ac:spMkLst>
            <pc:docMk/>
            <pc:sldMk cId="1449893096" sldId="262"/>
            <ac:spMk id="147" creationId="{19C9EAEA-39D0-4B0E-A0EB-51E7B26740B1}"/>
          </ac:spMkLst>
        </pc:spChg>
        <pc:spChg chg="add del">
          <ac:chgData name="Rodrigue Pefung" userId="8ecda4aa74ae26c7" providerId="LiveId" clId="{B3A9A0BC-C2DA-4EE5-A13C-F91E2D186FCC}" dt="2026-01-19T21:01:45.593" v="754" actId="26606"/>
          <ac:spMkLst>
            <pc:docMk/>
            <pc:sldMk cId="1449893096" sldId="262"/>
            <ac:spMk id="149" creationId="{8CB5D2D7-DF65-4E86-BFBA-FFB9B5ACEB64}"/>
          </ac:spMkLst>
        </pc:spChg>
        <pc:spChg chg="add del">
          <ac:chgData name="Rodrigue Pefung" userId="8ecda4aa74ae26c7" providerId="LiveId" clId="{B3A9A0BC-C2DA-4EE5-A13C-F91E2D186FCC}" dt="2026-01-19T21:01:58.177" v="756" actId="26606"/>
          <ac:spMkLst>
            <pc:docMk/>
            <pc:sldMk cId="1449893096" sldId="262"/>
            <ac:spMk id="151" creationId="{CEF6118E-44FB-4509-B4D9-129052E4C6EE}"/>
          </ac:spMkLst>
        </pc:spChg>
        <pc:spChg chg="add">
          <ac:chgData name="Rodrigue Pefung" userId="8ecda4aa74ae26c7" providerId="LiveId" clId="{B3A9A0BC-C2DA-4EE5-A13C-F91E2D186FCC}" dt="2026-01-19T21:01:58.186" v="757" actId="26606"/>
          <ac:spMkLst>
            <pc:docMk/>
            <pc:sldMk cId="1449893096" sldId="262"/>
            <ac:spMk id="153" creationId="{F4F2FC05-7D27-410F-BDA9-ADF4831368C7}"/>
          </ac:spMkLst>
        </pc:spChg>
        <pc:spChg chg="add">
          <ac:chgData name="Rodrigue Pefung" userId="8ecda4aa74ae26c7" providerId="LiveId" clId="{B3A9A0BC-C2DA-4EE5-A13C-F91E2D186FCC}" dt="2026-01-19T21:01:58.186" v="757" actId="26606"/>
          <ac:spMkLst>
            <pc:docMk/>
            <pc:sldMk cId="1449893096" sldId="262"/>
            <ac:spMk id="154" creationId="{9080D120-BD54-46E1-BA37-82F5E8089E90}"/>
          </ac:spMkLst>
        </pc:spChg>
        <pc:spChg chg="add">
          <ac:chgData name="Rodrigue Pefung" userId="8ecda4aa74ae26c7" providerId="LiveId" clId="{B3A9A0BC-C2DA-4EE5-A13C-F91E2D186FCC}" dt="2026-01-19T21:01:58.186" v="757" actId="26606"/>
          <ac:spMkLst>
            <pc:docMk/>
            <pc:sldMk cId="1449893096" sldId="262"/>
            <ac:spMk id="155" creationId="{5060D983-8B52-443A-8183-2A1DE05618B5}"/>
          </ac:spMkLst>
        </pc:spChg>
        <pc:grpChg chg="add del">
          <ac:chgData name="Rodrigue Pefung" userId="8ecda4aa74ae26c7" providerId="LiveId" clId="{B3A9A0BC-C2DA-4EE5-A13C-F91E2D186FCC}" dt="2026-01-19T20:56:24.181" v="730" actId="26606"/>
          <ac:grpSpMkLst>
            <pc:docMk/>
            <pc:sldMk cId="1449893096" sldId="262"/>
            <ac:grpSpMk id="22" creationId="{19A6B5CE-CB1D-48EE-8B43-E952235C8371}"/>
          </ac:grpSpMkLst>
        </pc:grpChg>
        <pc:grpChg chg="add del">
          <ac:chgData name="Rodrigue Pefung" userId="8ecda4aa74ae26c7" providerId="LiveId" clId="{B3A9A0BC-C2DA-4EE5-A13C-F91E2D186FCC}" dt="2026-01-19T20:56:24.181" v="730" actId="26606"/>
          <ac:grpSpMkLst>
            <pc:docMk/>
            <pc:sldMk cId="1449893096" sldId="262"/>
            <ac:grpSpMk id="40" creationId="{19A6B5CE-CB1D-48EE-8B43-E952235C8371}"/>
          </ac:grpSpMkLst>
        </pc:grpChg>
        <pc:picChg chg="add del mod ord">
          <ac:chgData name="Rodrigue Pefung" userId="8ecda4aa74ae26c7" providerId="LiveId" clId="{B3A9A0BC-C2DA-4EE5-A13C-F91E2D186FCC}" dt="2026-01-19T20:57:25.495" v="742" actId="21"/>
          <ac:picMkLst>
            <pc:docMk/>
            <pc:sldMk cId="1449893096" sldId="262"/>
            <ac:picMk id="5" creationId="{E4CA11D1-F60C-E5B3-02CC-29E16B1CD307}"/>
          </ac:picMkLst>
        </pc:picChg>
        <pc:picChg chg="add mod ord">
          <ac:chgData name="Rodrigue Pefung" userId="8ecda4aa74ae26c7" providerId="LiveId" clId="{B3A9A0BC-C2DA-4EE5-A13C-F91E2D186FCC}" dt="2026-01-19T21:02:20.476" v="759" actId="14100"/>
          <ac:picMkLst>
            <pc:docMk/>
            <pc:sldMk cId="1449893096" sldId="262"/>
            <ac:picMk id="7" creationId="{A24442D5-9C0E-02A4-987C-61DB87B32F96}"/>
          </ac:picMkLst>
        </pc:picChg>
        <pc:picChg chg="add mod">
          <ac:chgData name="Rodrigue Pefung" userId="8ecda4aa74ae26c7" providerId="LiveId" clId="{B3A9A0BC-C2DA-4EE5-A13C-F91E2D186FCC}" dt="2026-01-19T21:01:58.177" v="756" actId="26606"/>
          <ac:picMkLst>
            <pc:docMk/>
            <pc:sldMk cId="1449893096" sldId="262"/>
            <ac:picMk id="9" creationId="{EDE610A2-2DBF-AEF0-5A57-BE35C09B0DE6}"/>
          </ac:picMkLst>
        </pc:picChg>
        <pc:cxnChg chg="add del">
          <ac:chgData name="Rodrigue Pefung" userId="8ecda4aa74ae26c7" providerId="LiveId" clId="{B3A9A0BC-C2DA-4EE5-A13C-F91E2D186FCC}" dt="2026-01-19T20:55:20.314" v="723" actId="26606"/>
          <ac:cxnSpMkLst>
            <pc:docMk/>
            <pc:sldMk cId="1449893096" sldId="262"/>
            <ac:cxnSpMk id="14" creationId="{EE504C98-6397-41C1-A8D8-2D9C4ED307E0}"/>
          </ac:cxnSpMkLst>
        </pc:cxnChg>
      </pc:sldChg>
      <pc:sldChg chg="addSp delSp modSp new mod setBg delDesignElem">
        <pc:chgData name="Rodrigue Pefung" userId="8ecda4aa74ae26c7" providerId="LiveId" clId="{B3A9A0BC-C2DA-4EE5-A13C-F91E2D186FCC}" dt="2026-01-20T01:52:24.391" v="2148" actId="1076"/>
        <pc:sldMkLst>
          <pc:docMk/>
          <pc:sldMk cId="2960557791" sldId="262"/>
        </pc:sldMkLst>
        <pc:spChg chg="mod">
          <ac:chgData name="Rodrigue Pefung" userId="8ecda4aa74ae26c7" providerId="LiveId" clId="{B3A9A0BC-C2DA-4EE5-A13C-F91E2D186FCC}" dt="2026-01-20T01:51:27.622" v="2142" actId="207"/>
          <ac:spMkLst>
            <pc:docMk/>
            <pc:sldMk cId="2960557791" sldId="262"/>
            <ac:spMk id="2" creationId="{59EB6C21-07F4-08BB-C1AC-8ABBC144C023}"/>
          </ac:spMkLst>
        </pc:spChg>
        <pc:spChg chg="del">
          <ac:chgData name="Rodrigue Pefung" userId="8ecda4aa74ae26c7" providerId="LiveId" clId="{B3A9A0BC-C2DA-4EE5-A13C-F91E2D186FCC}" dt="2026-01-19T21:04:38.675" v="763" actId="22"/>
          <ac:spMkLst>
            <pc:docMk/>
            <pc:sldMk cId="2960557791" sldId="262"/>
            <ac:spMk id="3" creationId="{8E6CB7BD-9E6A-389E-1578-8A8068AD3B37}"/>
          </ac:spMkLst>
        </pc:spChg>
        <pc:spChg chg="add del">
          <ac:chgData name="Rodrigue Pefung" userId="8ecda4aa74ae26c7" providerId="LiveId" clId="{B3A9A0BC-C2DA-4EE5-A13C-F91E2D186FCC}" dt="2026-01-19T21:05:43.210" v="765" actId="22"/>
          <ac:spMkLst>
            <pc:docMk/>
            <pc:sldMk cId="2960557791" sldId="262"/>
            <ac:spMk id="9" creationId="{661908FC-BE9A-ACF8-B83D-C74CD084DCF6}"/>
          </ac:spMkLst>
        </pc:spChg>
        <pc:spChg chg="add del">
          <ac:chgData name="Rodrigue Pefung" userId="8ecda4aa74ae26c7" providerId="LiveId" clId="{B3A9A0BC-C2DA-4EE5-A13C-F91E2D186FCC}" dt="2026-01-19T21:06:34.800" v="769" actId="26606"/>
          <ac:spMkLst>
            <pc:docMk/>
            <pc:sldMk cId="2960557791" sldId="262"/>
            <ac:spMk id="12" creationId="{058A14AF-9FB5-4CC7-BA35-E8E85D3EDF0E}"/>
          </ac:spMkLst>
        </pc:spChg>
        <pc:spChg chg="add del">
          <ac:chgData name="Rodrigue Pefung" userId="8ecda4aa74ae26c7" providerId="LiveId" clId="{B3A9A0BC-C2DA-4EE5-A13C-F91E2D186FCC}" dt="2026-01-19T21:06:34.800" v="769" actId="26606"/>
          <ac:spMkLst>
            <pc:docMk/>
            <pc:sldMk cId="2960557791" sldId="262"/>
            <ac:spMk id="14" creationId="{3A9A4357-BD1D-4622-A4FE-766E6AB8DE84}"/>
          </ac:spMkLst>
        </pc:spChg>
        <pc:spChg chg="add del">
          <ac:chgData name="Rodrigue Pefung" userId="8ecda4aa74ae26c7" providerId="LiveId" clId="{B3A9A0BC-C2DA-4EE5-A13C-F91E2D186FCC}" dt="2026-01-19T21:06:34.800" v="769" actId="26606"/>
          <ac:spMkLst>
            <pc:docMk/>
            <pc:sldMk cId="2960557791" sldId="262"/>
            <ac:spMk id="16" creationId="{E659831F-0D9A-4C63-9EBB-8435B85A440F}"/>
          </ac:spMkLst>
        </pc:spChg>
        <pc:spChg chg="add del">
          <ac:chgData name="Rodrigue Pefung" userId="8ecda4aa74ae26c7" providerId="LiveId" clId="{B3A9A0BC-C2DA-4EE5-A13C-F91E2D186FCC}" dt="2026-01-19T21:06:34.800" v="769" actId="26606"/>
          <ac:spMkLst>
            <pc:docMk/>
            <pc:sldMk cId="2960557791" sldId="262"/>
            <ac:spMk id="18" creationId="{E6995CE5-F890-4ABA-82A2-26507CE8D2A3}"/>
          </ac:spMkLst>
        </pc:spChg>
        <pc:spChg chg="add mod">
          <ac:chgData name="Rodrigue Pefung" userId="8ecda4aa74ae26c7" providerId="LiveId" clId="{B3A9A0BC-C2DA-4EE5-A13C-F91E2D186FCC}" dt="2026-01-20T01:52:24.391" v="2148" actId="1076"/>
          <ac:spMkLst>
            <pc:docMk/>
            <pc:sldMk cId="2960557791" sldId="262"/>
            <ac:spMk id="22" creationId="{4988A14F-69DC-8973-3067-A431E1FC3DE6}"/>
          </ac:spMkLst>
        </pc:spChg>
        <pc:spChg chg="add del">
          <ac:chgData name="Rodrigue Pefung" userId="8ecda4aa74ae26c7" providerId="LiveId" clId="{B3A9A0BC-C2DA-4EE5-A13C-F91E2D186FCC}" dt="2026-01-20T01:45:08.704" v="2118"/>
          <ac:spMkLst>
            <pc:docMk/>
            <pc:sldMk cId="2960557791" sldId="262"/>
            <ac:spMk id="25" creationId="{04695F26-39DB-450E-B464-9C76CD233B36}"/>
          </ac:spMkLst>
        </pc:spChg>
        <pc:spChg chg="add del">
          <ac:chgData name="Rodrigue Pefung" userId="8ecda4aa74ae26c7" providerId="LiveId" clId="{B3A9A0BC-C2DA-4EE5-A13C-F91E2D186FCC}" dt="2026-01-20T01:45:08.704" v="2118"/>
          <ac:spMkLst>
            <pc:docMk/>
            <pc:sldMk cId="2960557791" sldId="262"/>
            <ac:spMk id="27" creationId="{2F42E55F-A297-474F-AF2D-6D3A15822BCA}"/>
          </ac:spMkLst>
        </pc:spChg>
        <pc:grpChg chg="add del">
          <ac:chgData name="Rodrigue Pefung" userId="8ecda4aa74ae26c7" providerId="LiveId" clId="{B3A9A0BC-C2DA-4EE5-A13C-F91E2D186FCC}" dt="2026-01-20T01:45:08.704" v="2118"/>
          <ac:grpSpMkLst>
            <pc:docMk/>
            <pc:sldMk cId="2960557791" sldId="262"/>
            <ac:grpSpMk id="29" creationId="{972070F7-E065-4D60-8938-9FB8CDB8ACB0}"/>
          </ac:grpSpMkLst>
        </pc:grpChg>
        <pc:picChg chg="add mod ord">
          <ac:chgData name="Rodrigue Pefung" userId="8ecda4aa74ae26c7" providerId="LiveId" clId="{B3A9A0BC-C2DA-4EE5-A13C-F91E2D186FCC}" dt="2026-01-20T01:51:44.122" v="2144" actId="1076"/>
          <ac:picMkLst>
            <pc:docMk/>
            <pc:sldMk cId="2960557791" sldId="262"/>
            <ac:picMk id="5" creationId="{142EDC18-A60D-EF65-F068-B908F2E83CF0}"/>
          </ac:picMkLst>
        </pc:picChg>
        <pc:picChg chg="add mod ord">
          <ac:chgData name="Rodrigue Pefung" userId="8ecda4aa74ae26c7" providerId="LiveId" clId="{B3A9A0BC-C2DA-4EE5-A13C-F91E2D186FCC}" dt="2026-01-20T01:51:59.564" v="2147" actId="14100"/>
          <ac:picMkLst>
            <pc:docMk/>
            <pc:sldMk cId="2960557791" sldId="262"/>
            <ac:picMk id="7" creationId="{ABB69E2F-6B02-6160-9C4F-A85813ABE365}"/>
          </ac:picMkLst>
        </pc:picChg>
      </pc:sldChg>
      <pc:sldChg chg="addSp delSp modSp new mod setBg delDesignElem">
        <pc:chgData name="Rodrigue Pefung" userId="8ecda4aa74ae26c7" providerId="LiveId" clId="{B3A9A0BC-C2DA-4EE5-A13C-F91E2D186FCC}" dt="2026-01-20T01:45:08.704" v="2118"/>
        <pc:sldMkLst>
          <pc:docMk/>
          <pc:sldMk cId="3471935256" sldId="263"/>
        </pc:sldMkLst>
        <pc:spChg chg="mod">
          <ac:chgData name="Rodrigue Pefung" userId="8ecda4aa74ae26c7" providerId="LiveId" clId="{B3A9A0BC-C2DA-4EE5-A13C-F91E2D186FCC}" dt="2026-01-20T01:43:38.690" v="2107"/>
          <ac:spMkLst>
            <pc:docMk/>
            <pc:sldMk cId="3471935256" sldId="263"/>
            <ac:spMk id="2" creationId="{BDD1C347-DC47-48D5-85F3-D2F96B0ACF11}"/>
          </ac:spMkLst>
        </pc:spChg>
        <pc:spChg chg="mod">
          <ac:chgData name="Rodrigue Pefung" userId="8ecda4aa74ae26c7" providerId="LiveId" clId="{B3A9A0BC-C2DA-4EE5-A13C-F91E2D186FCC}" dt="2026-01-20T01:43:38.690" v="2107"/>
          <ac:spMkLst>
            <pc:docMk/>
            <pc:sldMk cId="3471935256" sldId="263"/>
            <ac:spMk id="3" creationId="{8BE078DB-64B1-D37E-743D-397A0A629C2E}"/>
          </ac:spMkLst>
        </pc:spChg>
        <pc:spChg chg="add del">
          <ac:chgData name="Rodrigue Pefung" userId="8ecda4aa74ae26c7" providerId="LiveId" clId="{B3A9A0BC-C2DA-4EE5-A13C-F91E2D186FCC}" dt="2026-01-20T00:01:09.642" v="1286" actId="26606"/>
          <ac:spMkLst>
            <pc:docMk/>
            <pc:sldMk cId="3471935256" sldId="263"/>
            <ac:spMk id="10" creationId="{DBC6133C-0615-4CE4-9132-37E609A9BDFA}"/>
          </ac:spMkLst>
        </pc:spChg>
        <pc:spChg chg="add del">
          <ac:chgData name="Rodrigue Pefung" userId="8ecda4aa74ae26c7" providerId="LiveId" clId="{B3A9A0BC-C2DA-4EE5-A13C-F91E2D186FCC}" dt="2026-01-20T00:01:09.642" v="1286" actId="26606"/>
          <ac:spMkLst>
            <pc:docMk/>
            <pc:sldMk cId="3471935256" sldId="263"/>
            <ac:spMk id="12" creationId="{169CC832-2974-4E8D-90ED-3E2941BA7336}"/>
          </ac:spMkLst>
        </pc:spChg>
        <pc:spChg chg="add del">
          <ac:chgData name="Rodrigue Pefung" userId="8ecda4aa74ae26c7" providerId="LiveId" clId="{B3A9A0BC-C2DA-4EE5-A13C-F91E2D186FCC}" dt="2026-01-20T00:01:09.642" v="1286" actId="26606"/>
          <ac:spMkLst>
            <pc:docMk/>
            <pc:sldMk cId="3471935256" sldId="263"/>
            <ac:spMk id="14" creationId="{55222F96-971A-4F90-B841-6BAB416C7AC1}"/>
          </ac:spMkLst>
        </pc:spChg>
        <pc:spChg chg="add del">
          <ac:chgData name="Rodrigue Pefung" userId="8ecda4aa74ae26c7" providerId="LiveId" clId="{B3A9A0BC-C2DA-4EE5-A13C-F91E2D186FCC}" dt="2026-01-20T00:01:09.642" v="1286" actId="26606"/>
          <ac:spMkLst>
            <pc:docMk/>
            <pc:sldMk cId="3471935256" sldId="263"/>
            <ac:spMk id="16" creationId="{08980754-6F4B-43C9-B9BE-127B6BED6586}"/>
          </ac:spMkLst>
        </pc:spChg>
        <pc:spChg chg="add del">
          <ac:chgData name="Rodrigue Pefung" userId="8ecda4aa74ae26c7" providerId="LiveId" clId="{B3A9A0BC-C2DA-4EE5-A13C-F91E2D186FCC}" dt="2026-01-20T00:01:09.642" v="1286" actId="26606"/>
          <ac:spMkLst>
            <pc:docMk/>
            <pc:sldMk cId="3471935256" sldId="263"/>
            <ac:spMk id="18" creationId="{2C1BBA94-3F40-40AA-8BB9-E69E25E537C1}"/>
          </ac:spMkLst>
        </pc:spChg>
        <pc:spChg chg="add del">
          <ac:chgData name="Rodrigue Pefung" userId="8ecda4aa74ae26c7" providerId="LiveId" clId="{B3A9A0BC-C2DA-4EE5-A13C-F91E2D186FCC}" dt="2026-01-20T00:02:15.341" v="1288" actId="26606"/>
          <ac:spMkLst>
            <pc:docMk/>
            <pc:sldMk cId="3471935256" sldId="263"/>
            <ac:spMk id="20" creationId="{058A14AF-9FB5-4CC7-BA35-E8E85D3EDF0E}"/>
          </ac:spMkLst>
        </pc:spChg>
        <pc:spChg chg="add del">
          <ac:chgData name="Rodrigue Pefung" userId="8ecda4aa74ae26c7" providerId="LiveId" clId="{B3A9A0BC-C2DA-4EE5-A13C-F91E2D186FCC}" dt="2026-01-20T00:02:15.341" v="1288" actId="26606"/>
          <ac:spMkLst>
            <pc:docMk/>
            <pc:sldMk cId="3471935256" sldId="263"/>
            <ac:spMk id="21" creationId="{3A9A4357-BD1D-4622-A4FE-766E6AB8DE84}"/>
          </ac:spMkLst>
        </pc:spChg>
        <pc:spChg chg="add del">
          <ac:chgData name="Rodrigue Pefung" userId="8ecda4aa74ae26c7" providerId="LiveId" clId="{B3A9A0BC-C2DA-4EE5-A13C-F91E2D186FCC}" dt="2026-01-20T00:02:15.341" v="1288" actId="26606"/>
          <ac:spMkLst>
            <pc:docMk/>
            <pc:sldMk cId="3471935256" sldId="263"/>
            <ac:spMk id="22" creationId="{E659831F-0D9A-4C63-9EBB-8435B85A440F}"/>
          </ac:spMkLst>
        </pc:spChg>
        <pc:spChg chg="add del">
          <ac:chgData name="Rodrigue Pefung" userId="8ecda4aa74ae26c7" providerId="LiveId" clId="{B3A9A0BC-C2DA-4EE5-A13C-F91E2D186FCC}" dt="2026-01-20T00:02:15.341" v="1288" actId="26606"/>
          <ac:spMkLst>
            <pc:docMk/>
            <pc:sldMk cId="3471935256" sldId="263"/>
            <ac:spMk id="23" creationId="{E6995CE5-F890-4ABA-82A2-26507CE8D2A3}"/>
          </ac:spMkLst>
        </pc:spChg>
        <pc:spChg chg="add del">
          <ac:chgData name="Rodrigue Pefung" userId="8ecda4aa74ae26c7" providerId="LiveId" clId="{B3A9A0BC-C2DA-4EE5-A13C-F91E2D186FCC}" dt="2026-01-20T00:04:54.001" v="1303" actId="26606"/>
          <ac:spMkLst>
            <pc:docMk/>
            <pc:sldMk cId="3471935256" sldId="263"/>
            <ac:spMk id="25" creationId="{2B97F24A-32CE-4C1C-A50D-3016B394DCFB}"/>
          </ac:spMkLst>
        </pc:spChg>
        <pc:spChg chg="add del">
          <ac:chgData name="Rodrigue Pefung" userId="8ecda4aa74ae26c7" providerId="LiveId" clId="{B3A9A0BC-C2DA-4EE5-A13C-F91E2D186FCC}" dt="2026-01-20T00:04:54.001" v="1303" actId="26606"/>
          <ac:spMkLst>
            <pc:docMk/>
            <pc:sldMk cId="3471935256" sldId="263"/>
            <ac:spMk id="26" creationId="{CD8B4F24-440B-49E9-B85D-733523DC064B}"/>
          </ac:spMkLst>
        </pc:spChg>
        <pc:spChg chg="add del">
          <ac:chgData name="Rodrigue Pefung" userId="8ecda4aa74ae26c7" providerId="LiveId" clId="{B3A9A0BC-C2DA-4EE5-A13C-F91E2D186FCC}" dt="2026-01-20T01:45:08.704" v="2118"/>
          <ac:spMkLst>
            <pc:docMk/>
            <pc:sldMk cId="3471935256" sldId="263"/>
            <ac:spMk id="31" creationId="{0B9EE3F3-89B7-43C3-8651-C4C96830993D}"/>
          </ac:spMkLst>
        </pc:spChg>
        <pc:spChg chg="add del">
          <ac:chgData name="Rodrigue Pefung" userId="8ecda4aa74ae26c7" providerId="LiveId" clId="{B3A9A0BC-C2DA-4EE5-A13C-F91E2D186FCC}" dt="2026-01-20T01:45:08.704" v="2118"/>
          <ac:spMkLst>
            <pc:docMk/>
            <pc:sldMk cId="3471935256" sldId="263"/>
            <ac:spMk id="33" creationId="{33AE4636-AEEC-45D6-84D4-7AC2DA48ECF8}"/>
          </ac:spMkLst>
        </pc:spChg>
        <pc:spChg chg="add del">
          <ac:chgData name="Rodrigue Pefung" userId="8ecda4aa74ae26c7" providerId="LiveId" clId="{B3A9A0BC-C2DA-4EE5-A13C-F91E2D186FCC}" dt="2026-01-20T01:45:08.704" v="2118"/>
          <ac:spMkLst>
            <pc:docMk/>
            <pc:sldMk cId="3471935256" sldId="263"/>
            <ac:spMk id="35" creationId="{8D9CE0F4-2EB2-4F1F-8AAC-DB3571D9FE10}"/>
          </ac:spMkLst>
        </pc:spChg>
        <pc:picChg chg="add mod">
          <ac:chgData name="Rodrigue Pefung" userId="8ecda4aa74ae26c7" providerId="LiveId" clId="{B3A9A0BC-C2DA-4EE5-A13C-F91E2D186FCC}" dt="2026-01-20T00:05:35.980" v="1313" actId="1076"/>
          <ac:picMkLst>
            <pc:docMk/>
            <pc:sldMk cId="3471935256" sldId="263"/>
            <ac:picMk id="5" creationId="{A0F63BC9-FFA1-3D22-6793-C198DEAB5F24}"/>
          </ac:picMkLst>
        </pc:picChg>
      </pc:sldChg>
      <pc:sldChg chg="modSp new mod">
        <pc:chgData name="Rodrigue Pefung" userId="8ecda4aa74ae26c7" providerId="LiveId" clId="{B3A9A0BC-C2DA-4EE5-A13C-F91E2D186FCC}" dt="2026-01-20T01:49:15.806" v="2133"/>
        <pc:sldMkLst>
          <pc:docMk/>
          <pc:sldMk cId="1929970476" sldId="264"/>
        </pc:sldMkLst>
        <pc:spChg chg="mod">
          <ac:chgData name="Rodrigue Pefung" userId="8ecda4aa74ae26c7" providerId="LiveId" clId="{B3A9A0BC-C2DA-4EE5-A13C-F91E2D186FCC}" dt="2026-01-20T01:49:15.806" v="2133"/>
          <ac:spMkLst>
            <pc:docMk/>
            <pc:sldMk cId="1929970476" sldId="264"/>
            <ac:spMk id="2" creationId="{6CB5FE7F-9EFB-A9E4-9403-6F534E275DD9}"/>
          </ac:spMkLst>
        </pc:spChg>
        <pc:spChg chg="mod">
          <ac:chgData name="Rodrigue Pefung" userId="8ecda4aa74ae26c7" providerId="LiveId" clId="{B3A9A0BC-C2DA-4EE5-A13C-F91E2D186FCC}" dt="2026-01-20T01:49:15.806" v="2133"/>
          <ac:spMkLst>
            <pc:docMk/>
            <pc:sldMk cId="1929970476" sldId="264"/>
            <ac:spMk id="3" creationId="{00FF124D-29B4-87FC-9421-80D802494F38}"/>
          </ac:spMkLst>
        </pc:spChg>
      </pc:sldChg>
      <pc:sldChg chg="modSp new mod">
        <pc:chgData name="Rodrigue Pefung" userId="8ecda4aa74ae26c7" providerId="LiveId" clId="{B3A9A0BC-C2DA-4EE5-A13C-F91E2D186FCC}" dt="2026-01-20T01:49:15.806" v="2133"/>
        <pc:sldMkLst>
          <pc:docMk/>
          <pc:sldMk cId="3701240852" sldId="265"/>
        </pc:sldMkLst>
        <pc:spChg chg="mod">
          <ac:chgData name="Rodrigue Pefung" userId="8ecda4aa74ae26c7" providerId="LiveId" clId="{B3A9A0BC-C2DA-4EE5-A13C-F91E2D186FCC}" dt="2026-01-20T01:49:15.806" v="2133"/>
          <ac:spMkLst>
            <pc:docMk/>
            <pc:sldMk cId="3701240852" sldId="265"/>
            <ac:spMk id="2" creationId="{5398E0AC-7204-A9BD-AEDA-304D7885A2FA}"/>
          </ac:spMkLst>
        </pc:spChg>
        <pc:spChg chg="mod">
          <ac:chgData name="Rodrigue Pefung" userId="8ecda4aa74ae26c7" providerId="LiveId" clId="{B3A9A0BC-C2DA-4EE5-A13C-F91E2D186FCC}" dt="2026-01-20T01:49:15.806" v="2133"/>
          <ac:spMkLst>
            <pc:docMk/>
            <pc:sldMk cId="3701240852" sldId="265"/>
            <ac:spMk id="3" creationId="{244896AD-B2A7-4011-6AD0-9880C779ABBA}"/>
          </ac:spMkLst>
        </pc:spChg>
      </pc:sldChg>
      <pc:sldChg chg="modSp new mod">
        <pc:chgData name="Rodrigue Pefung" userId="8ecda4aa74ae26c7" providerId="LiveId" clId="{B3A9A0BC-C2DA-4EE5-A13C-F91E2D186FCC}" dt="2026-01-20T01:49:15.806" v="2133"/>
        <pc:sldMkLst>
          <pc:docMk/>
          <pc:sldMk cId="3269636375" sldId="266"/>
        </pc:sldMkLst>
        <pc:spChg chg="mod">
          <ac:chgData name="Rodrigue Pefung" userId="8ecda4aa74ae26c7" providerId="LiveId" clId="{B3A9A0BC-C2DA-4EE5-A13C-F91E2D186FCC}" dt="2026-01-20T01:49:15.806" v="2133"/>
          <ac:spMkLst>
            <pc:docMk/>
            <pc:sldMk cId="3269636375" sldId="266"/>
            <ac:spMk id="2" creationId="{A8B5EF96-CD65-C91F-79A7-E3D6EE1417C8}"/>
          </ac:spMkLst>
        </pc:spChg>
        <pc:spChg chg="mod">
          <ac:chgData name="Rodrigue Pefung" userId="8ecda4aa74ae26c7" providerId="LiveId" clId="{B3A9A0BC-C2DA-4EE5-A13C-F91E2D186FCC}" dt="2026-01-20T01:49:15.806" v="2133"/>
          <ac:spMkLst>
            <pc:docMk/>
            <pc:sldMk cId="3269636375" sldId="266"/>
            <ac:spMk id="3" creationId="{5DE656FB-C8D3-E23E-059E-E49C7DED682E}"/>
          </ac:spMkLst>
        </pc:spChg>
      </pc:sldChg>
      <pc:sldChg chg="modSp new mod">
        <pc:chgData name="Rodrigue Pefung" userId="8ecda4aa74ae26c7" providerId="LiveId" clId="{B3A9A0BC-C2DA-4EE5-A13C-F91E2D186FCC}" dt="2026-01-20T01:49:15.806" v="2133"/>
        <pc:sldMkLst>
          <pc:docMk/>
          <pc:sldMk cId="1962136660" sldId="267"/>
        </pc:sldMkLst>
        <pc:spChg chg="mod">
          <ac:chgData name="Rodrigue Pefung" userId="8ecda4aa74ae26c7" providerId="LiveId" clId="{B3A9A0BC-C2DA-4EE5-A13C-F91E2D186FCC}" dt="2026-01-20T01:49:15.806" v="2133"/>
          <ac:spMkLst>
            <pc:docMk/>
            <pc:sldMk cId="1962136660" sldId="267"/>
            <ac:spMk id="2" creationId="{66838CFF-A25E-930A-27CE-6A5010ADA76C}"/>
          </ac:spMkLst>
        </pc:spChg>
        <pc:spChg chg="mod">
          <ac:chgData name="Rodrigue Pefung" userId="8ecda4aa74ae26c7" providerId="LiveId" clId="{B3A9A0BC-C2DA-4EE5-A13C-F91E2D186FCC}" dt="2026-01-20T01:49:15.806" v="2133"/>
          <ac:spMkLst>
            <pc:docMk/>
            <pc:sldMk cId="1962136660" sldId="267"/>
            <ac:spMk id="3" creationId="{2F61546E-69ED-DF14-29CD-916C4D7107E0}"/>
          </ac:spMkLst>
        </pc:spChg>
      </pc:sldChg>
      <pc:sldMasterChg chg="setBg">
        <pc:chgData name="Rodrigue Pefung" userId="8ecda4aa74ae26c7" providerId="LiveId" clId="{B3A9A0BC-C2DA-4EE5-A13C-F91E2D186FCC}" dt="2026-01-20T01:41:56.919" v="1992"/>
        <pc:sldMasterMkLst>
          <pc:docMk/>
          <pc:sldMasterMk cId="1591799443" sldId="2147483648"/>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C7174-739A-CEFF-A49B-58F7D91F7DA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6A82CE-A2AD-DB85-4CBC-E0B934A451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79B45A-77DE-A17C-0B28-F96B8EF4E19D}"/>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28D0F9EC-3893-429E-6386-28FE13A480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9A46EF-C939-6B39-F7F1-8BF03A8B3995}"/>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2742050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6122B-8947-79D0-765C-EA8314049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3D56A3-B06B-5AAA-2BFA-4A9C4414E9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793398-8655-08DA-74EB-A2E3D7370867}"/>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59ECEAB7-A750-9F5C-06AB-E73BA521C8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6C43A9-0E25-56B5-3B69-7407631EC9D2}"/>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1366151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C7E9E-FFD7-1DAB-7371-69E01ADC1A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D60D248-C81A-A914-818B-D823546B27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7D4677-5262-B23A-D5FA-A5984A4D9D18}"/>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D29612A5-19DC-9B17-1C61-47282A7EE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12F8A1-68D8-5A6E-C65D-2B6FB305C829}"/>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4244091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124AB-40FB-55B2-6B8A-7F629C6B9B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81E631-520D-1456-2A1F-A0406AE619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980FEE-EFD6-1AD9-24F3-2BE855E94B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F30D3A-72C7-0E04-D91D-F39FB4E08191}"/>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6" name="Footer Placeholder 5">
            <a:extLst>
              <a:ext uri="{FF2B5EF4-FFF2-40B4-BE49-F238E27FC236}">
                <a16:creationId xmlns:a16="http://schemas.microsoft.com/office/drawing/2014/main" id="{F583DC4E-F3E7-6784-6C98-707E86B68C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CA810F-C29D-147E-6BDF-2761472CD0A3}"/>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1562638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D552B-B740-9F10-A5A4-570D0EEAF7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D1AEED-A90C-88C3-C1D3-AB296929E5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ED80D2-2F62-1875-223C-EDB31E5940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07B2EF-075B-8030-F14C-B87D781287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36F24D-7EE9-F5A1-A83B-6704D36ABE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45B7A3-8A20-71E4-6E5D-3F029AC89BEC}"/>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8" name="Footer Placeholder 7">
            <a:extLst>
              <a:ext uri="{FF2B5EF4-FFF2-40B4-BE49-F238E27FC236}">
                <a16:creationId xmlns:a16="http://schemas.microsoft.com/office/drawing/2014/main" id="{BB28BE7F-905A-3682-AFE4-BFE1B1C932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AA7180-AD12-74CA-C47D-1C8FE4DF0C95}"/>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3997674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F531D-16E2-4FE7-58B1-2F2E408A71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2BB640-5FFC-F93A-CA16-221E352E7911}"/>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4" name="Footer Placeholder 3">
            <a:extLst>
              <a:ext uri="{FF2B5EF4-FFF2-40B4-BE49-F238E27FC236}">
                <a16:creationId xmlns:a16="http://schemas.microsoft.com/office/drawing/2014/main" id="{E63E8C91-E227-1936-E2DD-6344D52267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3ECB99-D654-CD0C-2934-76E75261DE43}"/>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2041201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55922-C221-C3B5-F260-27721B1C3D55}"/>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3" name="Footer Placeholder 2">
            <a:extLst>
              <a:ext uri="{FF2B5EF4-FFF2-40B4-BE49-F238E27FC236}">
                <a16:creationId xmlns:a16="http://schemas.microsoft.com/office/drawing/2014/main" id="{FC80328E-AB13-7DCE-F3F1-321D994E2D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329437-0325-65C2-5104-2891033BEB15}"/>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2030588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297C5-15FF-B785-E0BD-57C1080CE1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EB3E9C-3B3B-B288-0E4E-05BD67425F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63E81-365E-E85A-B93B-B956D5296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0490F-3B76-F908-C582-A59AC11108E1}"/>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6" name="Footer Placeholder 5">
            <a:extLst>
              <a:ext uri="{FF2B5EF4-FFF2-40B4-BE49-F238E27FC236}">
                <a16:creationId xmlns:a16="http://schemas.microsoft.com/office/drawing/2014/main" id="{F90B58AB-5CDD-CF34-CA2B-FD9F4B14B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76F6D6-3087-AE73-4A77-86C8416E00CD}"/>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3860007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A537-35A9-8B8E-67E8-43973E2801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E2B826-259D-0AB1-4E93-656DF2E3A0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371369-A7F1-D210-E16C-737E5CE005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C29725-FF6A-0F20-7AD7-119546BE8C75}"/>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6" name="Footer Placeholder 5">
            <a:extLst>
              <a:ext uri="{FF2B5EF4-FFF2-40B4-BE49-F238E27FC236}">
                <a16:creationId xmlns:a16="http://schemas.microsoft.com/office/drawing/2014/main" id="{00BE8811-F82A-9622-22B1-DBE70FD79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53561A-414D-1082-30EE-77C5F5F0175A}"/>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661776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3F008-B507-8493-CCA3-CFB3AC7A4E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1E5357-1855-2934-DB2E-5C9E049F49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395B80-4070-B6C8-3506-FC694EE9B20F}"/>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EB89AB0E-2F17-2536-5C5D-56A3E14C0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5A19D-05A1-1C3F-A708-1790E564D823}"/>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228238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7DE59-E710-587E-878E-1EA6CB112B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8D2D54-6109-82CD-3D97-D25691EE5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3EFDB-F50F-4403-A864-FD58AA8B55C5}"/>
              </a:ext>
            </a:extLst>
          </p:cNvPr>
          <p:cNvSpPr>
            <a:spLocks noGrp="1"/>
          </p:cNvSpPr>
          <p:nvPr>
            <p:ph type="dt" sz="half" idx="10"/>
          </p:nvPr>
        </p:nvSpPr>
        <p:spPr/>
        <p:txBody>
          <a:body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1878F141-0A25-5381-0185-83DAB768DC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EEC5B1-11E0-DCF6-643E-5F3FFF0019C3}"/>
              </a:ext>
            </a:extLst>
          </p:cNvPr>
          <p:cNvSpPr>
            <a:spLocks noGrp="1"/>
          </p:cNvSpPr>
          <p:nvPr>
            <p:ph type="sldNum" sz="quarter" idx="12"/>
          </p:nvPr>
        </p:nvSpPr>
        <p:spPr/>
        <p:txBody>
          <a:bodyPr/>
          <a:lstStyle/>
          <a:p>
            <a:fld id="{84F2F462-C116-4247-9D86-96978FFFDDFA}" type="slidenum">
              <a:rPr lang="en-US" smtClean="0"/>
              <a:t>‹#›</a:t>
            </a:fld>
            <a:endParaRPr lang="en-US"/>
          </a:p>
        </p:txBody>
      </p:sp>
    </p:spTree>
    <p:extLst>
      <p:ext uri="{BB962C8B-B14F-4D97-AF65-F5344CB8AC3E}">
        <p14:creationId xmlns:p14="http://schemas.microsoft.com/office/powerpoint/2010/main" val="4220922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8D28F3-00E4-19D1-5ABD-03136E4442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34EAD7-42B7-200C-824A-5C84AB4EFB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863DE-14C6-7DA7-83CD-3239C2C1FC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3D8E16-AC0E-499B-8730-2504B8B16AC4}" type="datetimeFigureOut">
              <a:rPr lang="en-US" smtClean="0"/>
              <a:t>1/19/2026</a:t>
            </a:fld>
            <a:endParaRPr lang="en-US"/>
          </a:p>
        </p:txBody>
      </p:sp>
      <p:sp>
        <p:nvSpPr>
          <p:cNvPr id="5" name="Footer Placeholder 4">
            <a:extLst>
              <a:ext uri="{FF2B5EF4-FFF2-40B4-BE49-F238E27FC236}">
                <a16:creationId xmlns:a16="http://schemas.microsoft.com/office/drawing/2014/main" id="{9772EF9E-AE5E-3729-FA63-A54F6E916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FF771C-C726-A0EA-C868-731DFC5D4A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F2F462-C116-4247-9D86-96978FFFDDFA}" type="slidenum">
              <a:rPr lang="en-US" smtClean="0"/>
              <a:t>‹#›</a:t>
            </a:fld>
            <a:endParaRPr lang="en-US"/>
          </a:p>
        </p:txBody>
      </p:sp>
    </p:spTree>
    <p:extLst>
      <p:ext uri="{BB962C8B-B14F-4D97-AF65-F5344CB8AC3E}">
        <p14:creationId xmlns:p14="http://schemas.microsoft.com/office/powerpoint/2010/main" val="159179944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file:///C:\Users\pefun\OneDrive\Desktop\Projects\cyclistic%20case%20study\Case%20Study%201_How%20does%20a%20bike-shared%20navigate%20speedy%20success_-2.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0FBC8-6E98-AB78-EF5D-BCB14EF85A3E}"/>
              </a:ext>
            </a:extLst>
          </p:cNvPr>
          <p:cNvSpPr>
            <a:spLocks noGrp="1"/>
          </p:cNvSpPr>
          <p:nvPr>
            <p:ph type="ctrTitle"/>
          </p:nvPr>
        </p:nvSpPr>
        <p:spPr>
          <a:xfrm>
            <a:off x="6194716" y="739978"/>
            <a:ext cx="5334930" cy="3004145"/>
          </a:xfrm>
        </p:spPr>
        <p:txBody>
          <a:bodyPr>
            <a:normAutofit/>
          </a:bodyPr>
          <a:lstStyle/>
          <a:p>
            <a:r>
              <a:rPr lang="en-US" b="1" dirty="0"/>
              <a:t>Cyclistic Case Study </a:t>
            </a:r>
            <a:endParaRPr lang="en-US" dirty="0"/>
          </a:p>
        </p:txBody>
      </p:sp>
      <p:sp>
        <p:nvSpPr>
          <p:cNvPr id="3" name="Subtitle 2">
            <a:extLst>
              <a:ext uri="{FF2B5EF4-FFF2-40B4-BE49-F238E27FC236}">
                <a16:creationId xmlns:a16="http://schemas.microsoft.com/office/drawing/2014/main" id="{16132B70-A299-CE6D-4EDB-5C4D366B2061}"/>
              </a:ext>
            </a:extLst>
          </p:cNvPr>
          <p:cNvSpPr>
            <a:spLocks noGrp="1"/>
          </p:cNvSpPr>
          <p:nvPr>
            <p:ph type="subTitle" idx="1"/>
          </p:nvPr>
        </p:nvSpPr>
        <p:spPr>
          <a:xfrm>
            <a:off x="6194715" y="3836197"/>
            <a:ext cx="5334931" cy="2189214"/>
          </a:xfrm>
        </p:spPr>
        <p:txBody>
          <a:bodyPr>
            <a:normAutofit/>
          </a:bodyPr>
          <a:lstStyle/>
          <a:p>
            <a:r>
              <a:rPr lang="en-US"/>
              <a:t>Using Excel, SQL, PowerPoint</a:t>
            </a:r>
          </a:p>
        </p:txBody>
      </p:sp>
      <p:pic>
        <p:nvPicPr>
          <p:cNvPr id="5" name="Picture 4">
            <a:extLst>
              <a:ext uri="{FF2B5EF4-FFF2-40B4-BE49-F238E27FC236}">
                <a16:creationId xmlns:a16="http://schemas.microsoft.com/office/drawing/2014/main" id="{DC8C1001-AC73-0F16-3FF2-A55C6351F30C}"/>
              </a:ext>
            </a:extLst>
          </p:cNvPr>
          <p:cNvPicPr>
            <a:picLocks noChangeAspect="1"/>
          </p:cNvPicPr>
          <p:nvPr/>
        </p:nvPicPr>
        <p:blipFill>
          <a:blip r:embed="rId2">
            <a:extLst>
              <a:ext uri="{28A0092B-C50C-407E-A947-70E740481C1C}">
                <a14:useLocalDpi xmlns:a14="http://schemas.microsoft.com/office/drawing/2010/main" val="0"/>
              </a:ext>
            </a:extLst>
          </a:blip>
          <a:srcRect r="1733" b="-1"/>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Tree>
    <p:extLst>
      <p:ext uri="{BB962C8B-B14F-4D97-AF65-F5344CB8AC3E}">
        <p14:creationId xmlns:p14="http://schemas.microsoft.com/office/powerpoint/2010/main" val="3860712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651C-95CB-8780-6EA6-99348A8989BD}"/>
              </a:ext>
            </a:extLst>
          </p:cNvPr>
          <p:cNvSpPr>
            <a:spLocks noGrp="1"/>
          </p:cNvSpPr>
          <p:nvPr>
            <p:ph type="title"/>
          </p:nvPr>
        </p:nvSpPr>
        <p:spPr>
          <a:xfrm>
            <a:off x="411480" y="991443"/>
            <a:ext cx="4443154" cy="1087819"/>
          </a:xfrm>
        </p:spPr>
        <p:txBody>
          <a:bodyPr anchor="b">
            <a:normAutofit/>
          </a:bodyPr>
          <a:lstStyle/>
          <a:p>
            <a:r>
              <a:rPr lang="en-US" sz="3400"/>
              <a:t>Project Purpose:</a:t>
            </a:r>
          </a:p>
        </p:txBody>
      </p:sp>
      <p:sp>
        <p:nvSpPr>
          <p:cNvPr id="3" name="Content Placeholder 2">
            <a:extLst>
              <a:ext uri="{FF2B5EF4-FFF2-40B4-BE49-F238E27FC236}">
                <a16:creationId xmlns:a16="http://schemas.microsoft.com/office/drawing/2014/main" id="{50EBBA2F-EB6D-26CF-5764-B2A1D7C2923B}"/>
              </a:ext>
            </a:extLst>
          </p:cNvPr>
          <p:cNvSpPr>
            <a:spLocks noGrp="1"/>
          </p:cNvSpPr>
          <p:nvPr>
            <p:ph idx="1"/>
          </p:nvPr>
        </p:nvSpPr>
        <p:spPr>
          <a:xfrm>
            <a:off x="411480" y="2684095"/>
            <a:ext cx="4443154" cy="3492868"/>
          </a:xfrm>
        </p:spPr>
        <p:txBody>
          <a:bodyPr>
            <a:normAutofit/>
          </a:bodyPr>
          <a:lstStyle/>
          <a:p>
            <a:r>
              <a:rPr lang="en-US" sz="1800"/>
              <a:t>Support the decision-making process to the Marketing Analytics Team that attempts to understand </a:t>
            </a:r>
            <a:r>
              <a:rPr lang="en-US" sz="1800" b="1"/>
              <a:t>casuals</a:t>
            </a:r>
            <a:r>
              <a:rPr lang="en-US" sz="1800"/>
              <a:t> and </a:t>
            </a:r>
            <a:r>
              <a:rPr lang="en-US" sz="1800" b="1"/>
              <a:t>members</a:t>
            </a:r>
            <a:r>
              <a:rPr lang="en-US" sz="1800"/>
              <a:t> behaviors and convert casuals into members.</a:t>
            </a:r>
          </a:p>
        </p:txBody>
      </p:sp>
      <p:pic>
        <p:nvPicPr>
          <p:cNvPr id="5" name="Picture 4">
            <a:extLst>
              <a:ext uri="{FF2B5EF4-FFF2-40B4-BE49-F238E27FC236}">
                <a16:creationId xmlns:a16="http://schemas.microsoft.com/office/drawing/2014/main" id="{49A9205C-28AF-EFF7-C46A-070282BC18E0}"/>
              </a:ext>
            </a:extLst>
          </p:cNvPr>
          <p:cNvPicPr>
            <a:picLocks noChangeAspect="1"/>
          </p:cNvPicPr>
          <p:nvPr/>
        </p:nvPicPr>
        <p:blipFill>
          <a:blip r:embed="rId2"/>
          <a:srcRect l="9064" r="11625"/>
          <a:stretch>
            <a:fillRect/>
          </a:stretch>
        </p:blipFill>
        <p:spPr>
          <a:xfrm>
            <a:off x="5385816" y="1117441"/>
            <a:ext cx="6440424" cy="4567763"/>
          </a:xfrm>
          <a:prstGeom prst="rect">
            <a:avLst/>
          </a:prstGeom>
        </p:spPr>
      </p:pic>
    </p:spTree>
    <p:extLst>
      <p:ext uri="{BB962C8B-B14F-4D97-AF65-F5344CB8AC3E}">
        <p14:creationId xmlns:p14="http://schemas.microsoft.com/office/powerpoint/2010/main" val="270296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F66E9-C034-F623-B05F-C455696F2E8B}"/>
              </a:ext>
            </a:extLst>
          </p:cNvPr>
          <p:cNvSpPr>
            <a:spLocks noGrp="1"/>
          </p:cNvSpPr>
          <p:nvPr>
            <p:ph type="title"/>
          </p:nvPr>
        </p:nvSpPr>
        <p:spPr>
          <a:xfrm>
            <a:off x="640080" y="1243013"/>
            <a:ext cx="3855720" cy="4371974"/>
          </a:xfrm>
        </p:spPr>
        <p:txBody>
          <a:bodyPr>
            <a:normAutofit/>
          </a:bodyPr>
          <a:lstStyle/>
          <a:p>
            <a:r>
              <a:rPr lang="en-US" sz="3600" dirty="0"/>
              <a:t>Data Cleaning Process</a:t>
            </a:r>
            <a:br>
              <a:rPr lang="en-US" sz="3600" dirty="0">
                <a:solidFill>
                  <a:schemeClr val="tx2"/>
                </a:solidFill>
              </a:rPr>
            </a:br>
            <a:endParaRPr lang="en-US" sz="3600" dirty="0">
              <a:solidFill>
                <a:schemeClr val="tx2"/>
              </a:solidFill>
            </a:endParaRPr>
          </a:p>
        </p:txBody>
      </p:sp>
      <p:sp>
        <p:nvSpPr>
          <p:cNvPr id="3" name="Content Placeholder 2">
            <a:extLst>
              <a:ext uri="{FF2B5EF4-FFF2-40B4-BE49-F238E27FC236}">
                <a16:creationId xmlns:a16="http://schemas.microsoft.com/office/drawing/2014/main" id="{3FD5F0F1-CB4B-160F-48A3-E4CB903BD11A}"/>
              </a:ext>
            </a:extLst>
          </p:cNvPr>
          <p:cNvSpPr>
            <a:spLocks noGrp="1"/>
          </p:cNvSpPr>
          <p:nvPr>
            <p:ph idx="1"/>
          </p:nvPr>
        </p:nvSpPr>
        <p:spPr>
          <a:xfrm>
            <a:off x="6172200" y="804672"/>
            <a:ext cx="5221224" cy="5230368"/>
          </a:xfrm>
        </p:spPr>
        <p:txBody>
          <a:bodyPr anchor="ctr">
            <a:normAutofit/>
          </a:bodyPr>
          <a:lstStyle/>
          <a:p>
            <a:r>
              <a:rPr lang="en-US" sz="1800" dirty="0"/>
              <a:t>Data were cleaned and organized using SQL and Excel.</a:t>
            </a:r>
          </a:p>
          <a:p>
            <a:r>
              <a:rPr lang="en-US" sz="1800" dirty="0"/>
              <a:t>The dataset is too big for excel. Data samples were chosen using SQL and prepared for the cleaning process.</a:t>
            </a:r>
          </a:p>
          <a:p>
            <a:r>
              <a:rPr lang="en-US" sz="1800" dirty="0"/>
              <a:t>Cleaned blanks and irrelevant data cells using Excel formulas.</a:t>
            </a:r>
          </a:p>
          <a:p>
            <a:r>
              <a:rPr lang="en-US" sz="1800" dirty="0"/>
              <a:t>Data were cleaned following rules found at </a:t>
            </a:r>
            <a:r>
              <a:rPr lang="en-US" sz="1800" dirty="0">
                <a:hlinkClick r:id="rId2">
                  <a:extLst>
                    <a:ext uri="{A12FA001-AC4F-418D-AE19-62706E023703}">
                      <ahyp:hlinkClr xmlns:ahyp="http://schemas.microsoft.com/office/drawing/2018/hyperlinkcolor" val="tx"/>
                    </a:ext>
                  </a:extLst>
                </a:hlinkClick>
              </a:rPr>
              <a:t>Case Study 1_How does a bike-shared navigate speedy success_-2.pdf</a:t>
            </a:r>
            <a:endParaRPr lang="en-US" sz="1800" dirty="0"/>
          </a:p>
        </p:txBody>
      </p:sp>
    </p:spTree>
    <p:extLst>
      <p:ext uri="{BB962C8B-B14F-4D97-AF65-F5344CB8AC3E}">
        <p14:creationId xmlns:p14="http://schemas.microsoft.com/office/powerpoint/2010/main" val="1212793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227E2-5377-E464-A1F3-54A3C03366A7}"/>
              </a:ext>
            </a:extLst>
          </p:cNvPr>
          <p:cNvSpPr>
            <a:spLocks noGrp="1"/>
          </p:cNvSpPr>
          <p:nvPr>
            <p:ph type="title"/>
          </p:nvPr>
        </p:nvSpPr>
        <p:spPr>
          <a:xfrm>
            <a:off x="804672" y="1401859"/>
            <a:ext cx="4130185" cy="4054282"/>
          </a:xfrm>
        </p:spPr>
        <p:txBody>
          <a:bodyPr>
            <a:normAutofit/>
          </a:bodyPr>
          <a:lstStyle/>
          <a:p>
            <a:r>
              <a:rPr lang="en-US" sz="3600" dirty="0"/>
              <a:t>Data Manipulation</a:t>
            </a:r>
          </a:p>
        </p:txBody>
      </p:sp>
      <p:sp>
        <p:nvSpPr>
          <p:cNvPr id="3" name="Content Placeholder 2">
            <a:extLst>
              <a:ext uri="{FF2B5EF4-FFF2-40B4-BE49-F238E27FC236}">
                <a16:creationId xmlns:a16="http://schemas.microsoft.com/office/drawing/2014/main" id="{8D364929-294E-BE1E-2C62-9D3E8ABCD644}"/>
              </a:ext>
            </a:extLst>
          </p:cNvPr>
          <p:cNvSpPr>
            <a:spLocks noGrp="1"/>
          </p:cNvSpPr>
          <p:nvPr>
            <p:ph idx="1"/>
          </p:nvPr>
        </p:nvSpPr>
        <p:spPr>
          <a:xfrm>
            <a:off x="5257800" y="1553134"/>
            <a:ext cx="6128539" cy="3751732"/>
          </a:xfrm>
        </p:spPr>
        <p:txBody>
          <a:bodyPr anchor="ctr">
            <a:normAutofit/>
          </a:bodyPr>
          <a:lstStyle/>
          <a:p>
            <a:r>
              <a:rPr lang="en-US" sz="1800" dirty="0"/>
              <a:t>Added ride length and day of the week column in excel.</a:t>
            </a:r>
          </a:p>
          <a:p>
            <a:r>
              <a:rPr lang="en-US" sz="1800" dirty="0"/>
              <a:t>United and combined all datasets in SQL.</a:t>
            </a:r>
          </a:p>
          <a:p>
            <a:r>
              <a:rPr lang="en-US" sz="1800" dirty="0"/>
              <a:t>United and combined the datasets depending on seasons.</a:t>
            </a:r>
          </a:p>
        </p:txBody>
      </p:sp>
    </p:spTree>
    <p:extLst>
      <p:ext uri="{BB962C8B-B14F-4D97-AF65-F5344CB8AC3E}">
        <p14:creationId xmlns:p14="http://schemas.microsoft.com/office/powerpoint/2010/main" val="90852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2D268-009B-AFFC-6DAD-7FD9C6E53F6B}"/>
              </a:ext>
            </a:extLst>
          </p:cNvPr>
          <p:cNvSpPr>
            <a:spLocks noGrp="1"/>
          </p:cNvSpPr>
          <p:nvPr>
            <p:ph type="title"/>
          </p:nvPr>
        </p:nvSpPr>
        <p:spPr>
          <a:xfrm>
            <a:off x="804672" y="457200"/>
            <a:ext cx="10579398" cy="1299411"/>
          </a:xfrm>
        </p:spPr>
        <p:txBody>
          <a:bodyPr>
            <a:normAutofit/>
          </a:bodyPr>
          <a:lstStyle/>
          <a:p>
            <a:r>
              <a:rPr lang="en-US" sz="3600" dirty="0"/>
              <a:t>Members vs Casuals by Month</a:t>
            </a:r>
          </a:p>
        </p:txBody>
      </p:sp>
      <p:sp>
        <p:nvSpPr>
          <p:cNvPr id="7" name="Content Placeholder 6">
            <a:extLst>
              <a:ext uri="{FF2B5EF4-FFF2-40B4-BE49-F238E27FC236}">
                <a16:creationId xmlns:a16="http://schemas.microsoft.com/office/drawing/2014/main" id="{56544C41-0735-7129-C32C-24023D866ED8}"/>
              </a:ext>
            </a:extLst>
          </p:cNvPr>
          <p:cNvSpPr>
            <a:spLocks noGrp="1"/>
          </p:cNvSpPr>
          <p:nvPr>
            <p:ph idx="1"/>
          </p:nvPr>
        </p:nvSpPr>
        <p:spPr>
          <a:xfrm>
            <a:off x="8679760" y="2230086"/>
            <a:ext cx="3282247" cy="2871304"/>
          </a:xfrm>
        </p:spPr>
        <p:txBody>
          <a:bodyPr anchor="ctr">
            <a:normAutofit/>
          </a:bodyPr>
          <a:lstStyle/>
          <a:p>
            <a:r>
              <a:rPr lang="en-US" sz="1800" dirty="0"/>
              <a:t>Members have more rides all year long.</a:t>
            </a:r>
          </a:p>
          <a:p>
            <a:r>
              <a:rPr lang="en-US" sz="1800" dirty="0"/>
              <a:t>There is a massive increase in rides in May and a huge decrease in November for casuals. </a:t>
            </a:r>
          </a:p>
          <a:p>
            <a:r>
              <a:rPr lang="en-US" sz="1800" dirty="0"/>
              <a:t>Members have a steadier increase and drop off.</a:t>
            </a:r>
          </a:p>
        </p:txBody>
      </p:sp>
      <p:pic>
        <p:nvPicPr>
          <p:cNvPr id="8" name="Picture 7">
            <a:extLst>
              <a:ext uri="{FF2B5EF4-FFF2-40B4-BE49-F238E27FC236}">
                <a16:creationId xmlns:a16="http://schemas.microsoft.com/office/drawing/2014/main" id="{9D753F2A-5840-6664-CD78-1F977AD8484C}"/>
              </a:ext>
            </a:extLst>
          </p:cNvPr>
          <p:cNvPicPr>
            <a:picLocks noChangeAspect="1"/>
          </p:cNvPicPr>
          <p:nvPr/>
        </p:nvPicPr>
        <p:blipFill>
          <a:blip r:embed="rId2"/>
          <a:stretch>
            <a:fillRect/>
          </a:stretch>
        </p:blipFill>
        <p:spPr>
          <a:xfrm>
            <a:off x="720425" y="2208387"/>
            <a:ext cx="7465646" cy="3863471"/>
          </a:xfrm>
          <a:prstGeom prst="rect">
            <a:avLst/>
          </a:prstGeom>
        </p:spPr>
      </p:pic>
    </p:spTree>
    <p:extLst>
      <p:ext uri="{BB962C8B-B14F-4D97-AF65-F5344CB8AC3E}">
        <p14:creationId xmlns:p14="http://schemas.microsoft.com/office/powerpoint/2010/main" val="1314660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E6540-D18B-172F-3CEE-8397082BFD68}"/>
              </a:ext>
            </a:extLst>
          </p:cNvPr>
          <p:cNvSpPr>
            <a:spLocks noGrp="1"/>
          </p:cNvSpPr>
          <p:nvPr>
            <p:ph type="title"/>
          </p:nvPr>
        </p:nvSpPr>
        <p:spPr>
          <a:xfrm>
            <a:off x="804672" y="338328"/>
            <a:ext cx="5011473" cy="1773936"/>
          </a:xfrm>
        </p:spPr>
        <p:txBody>
          <a:bodyPr>
            <a:normAutofit/>
          </a:bodyPr>
          <a:lstStyle/>
          <a:p>
            <a:r>
              <a:rPr lang="en-US" sz="3600" dirty="0"/>
              <a:t>Members vs Casuals by the Day of the Week</a:t>
            </a:r>
          </a:p>
        </p:txBody>
      </p:sp>
      <p:sp>
        <p:nvSpPr>
          <p:cNvPr id="3" name="Content Placeholder 2">
            <a:extLst>
              <a:ext uri="{FF2B5EF4-FFF2-40B4-BE49-F238E27FC236}">
                <a16:creationId xmlns:a16="http://schemas.microsoft.com/office/drawing/2014/main" id="{987DBDE5-6349-B0D3-C563-BF019E851CE4}"/>
              </a:ext>
            </a:extLst>
          </p:cNvPr>
          <p:cNvSpPr>
            <a:spLocks noGrp="1"/>
          </p:cNvSpPr>
          <p:nvPr>
            <p:ph idx="1"/>
          </p:nvPr>
        </p:nvSpPr>
        <p:spPr>
          <a:xfrm>
            <a:off x="6355641" y="338328"/>
            <a:ext cx="5029200" cy="1773936"/>
          </a:xfrm>
        </p:spPr>
        <p:txBody>
          <a:bodyPr anchor="ctr">
            <a:normAutofit/>
          </a:bodyPr>
          <a:lstStyle/>
          <a:p>
            <a:r>
              <a:rPr lang="en-US" sz="1800" dirty="0"/>
              <a:t>Casuals prefer riding on weekends, especially Saturday.</a:t>
            </a:r>
          </a:p>
          <a:p>
            <a:r>
              <a:rPr lang="en-US" sz="1800" dirty="0"/>
              <a:t>Members prefer riding on weekdays.</a:t>
            </a:r>
          </a:p>
        </p:txBody>
      </p:sp>
      <p:pic>
        <p:nvPicPr>
          <p:cNvPr id="7" name="Picture 6">
            <a:extLst>
              <a:ext uri="{FF2B5EF4-FFF2-40B4-BE49-F238E27FC236}">
                <a16:creationId xmlns:a16="http://schemas.microsoft.com/office/drawing/2014/main" id="{6D2AD8BA-4FE1-9EE6-1728-B512C51D008B}"/>
              </a:ext>
            </a:extLst>
          </p:cNvPr>
          <p:cNvPicPr>
            <a:picLocks noChangeAspect="1"/>
          </p:cNvPicPr>
          <p:nvPr/>
        </p:nvPicPr>
        <p:blipFill>
          <a:blip r:embed="rId2"/>
          <a:srcRect l="2166" r="4314" b="2"/>
          <a:stretch>
            <a:fillRect/>
          </a:stretch>
        </p:blipFill>
        <p:spPr>
          <a:xfrm>
            <a:off x="1178656" y="1970314"/>
            <a:ext cx="3094325" cy="4089360"/>
          </a:xfrm>
          <a:prstGeom prst="rect">
            <a:avLst/>
          </a:prstGeom>
        </p:spPr>
      </p:pic>
      <p:pic>
        <p:nvPicPr>
          <p:cNvPr id="5" name="Picture 4">
            <a:extLst>
              <a:ext uri="{FF2B5EF4-FFF2-40B4-BE49-F238E27FC236}">
                <a16:creationId xmlns:a16="http://schemas.microsoft.com/office/drawing/2014/main" id="{6658F23D-E389-C958-E598-47C86A0BAC8D}"/>
              </a:ext>
            </a:extLst>
          </p:cNvPr>
          <p:cNvPicPr>
            <a:picLocks noChangeAspect="1"/>
          </p:cNvPicPr>
          <p:nvPr/>
        </p:nvPicPr>
        <p:blipFill>
          <a:blip r:embed="rId3"/>
          <a:srcRect r="7421" b="1"/>
          <a:stretch>
            <a:fillRect/>
          </a:stretch>
        </p:blipFill>
        <p:spPr>
          <a:xfrm>
            <a:off x="6864757" y="1970314"/>
            <a:ext cx="3093642" cy="4089360"/>
          </a:xfrm>
          <a:prstGeom prst="rect">
            <a:avLst/>
          </a:prstGeom>
        </p:spPr>
      </p:pic>
    </p:spTree>
    <p:extLst>
      <p:ext uri="{BB962C8B-B14F-4D97-AF65-F5344CB8AC3E}">
        <p14:creationId xmlns:p14="http://schemas.microsoft.com/office/powerpoint/2010/main" val="3997263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B6C21-07F4-08BB-C1AC-8ABBC144C023}"/>
              </a:ext>
            </a:extLst>
          </p:cNvPr>
          <p:cNvSpPr>
            <a:spLocks noGrp="1"/>
          </p:cNvSpPr>
          <p:nvPr>
            <p:ph type="title"/>
          </p:nvPr>
        </p:nvSpPr>
        <p:spPr>
          <a:xfrm>
            <a:off x="804672" y="338328"/>
            <a:ext cx="5011473" cy="1773936"/>
          </a:xfrm>
        </p:spPr>
        <p:txBody>
          <a:bodyPr>
            <a:normAutofit/>
          </a:bodyPr>
          <a:lstStyle/>
          <a:p>
            <a:r>
              <a:rPr lang="en-US" sz="3600" dirty="0"/>
              <a:t>Members vs Casuals by the Hour</a:t>
            </a:r>
          </a:p>
        </p:txBody>
      </p:sp>
      <p:sp>
        <p:nvSpPr>
          <p:cNvPr id="22" name="Content Placeholder 21">
            <a:extLst>
              <a:ext uri="{FF2B5EF4-FFF2-40B4-BE49-F238E27FC236}">
                <a16:creationId xmlns:a16="http://schemas.microsoft.com/office/drawing/2014/main" id="{4988A14F-69DC-8973-3067-A431E1FC3DE6}"/>
              </a:ext>
            </a:extLst>
          </p:cNvPr>
          <p:cNvSpPr>
            <a:spLocks noGrp="1"/>
          </p:cNvSpPr>
          <p:nvPr>
            <p:ph idx="1"/>
          </p:nvPr>
        </p:nvSpPr>
        <p:spPr>
          <a:xfrm>
            <a:off x="804672" y="2112264"/>
            <a:ext cx="5029200" cy="1773936"/>
          </a:xfrm>
        </p:spPr>
        <p:txBody>
          <a:bodyPr anchor="ctr">
            <a:normAutofit/>
          </a:bodyPr>
          <a:lstStyle/>
          <a:p>
            <a:r>
              <a:rPr lang="en-US" sz="1800" dirty="0"/>
              <a:t>Members tend to ride in the more in the mornings around 8 AM and in the evening.</a:t>
            </a:r>
          </a:p>
          <a:p>
            <a:r>
              <a:rPr lang="en-US" sz="1800" dirty="0"/>
              <a:t>Casuals tend to mostly ride in the afternoon and evenings.</a:t>
            </a:r>
          </a:p>
        </p:txBody>
      </p:sp>
      <p:pic>
        <p:nvPicPr>
          <p:cNvPr id="7" name="Content Placeholder 6">
            <a:extLst>
              <a:ext uri="{FF2B5EF4-FFF2-40B4-BE49-F238E27FC236}">
                <a16:creationId xmlns:a16="http://schemas.microsoft.com/office/drawing/2014/main" id="{ABB69E2F-6B02-6160-9C4F-A85813ABE365}"/>
              </a:ext>
            </a:extLst>
          </p:cNvPr>
          <p:cNvPicPr>
            <a:picLocks noChangeAspect="1"/>
          </p:cNvPicPr>
          <p:nvPr/>
        </p:nvPicPr>
        <p:blipFill>
          <a:blip r:embed="rId2"/>
          <a:stretch>
            <a:fillRect/>
          </a:stretch>
        </p:blipFill>
        <p:spPr>
          <a:xfrm>
            <a:off x="6299859" y="163286"/>
            <a:ext cx="5623603" cy="3120531"/>
          </a:xfrm>
          <a:prstGeom prst="rect">
            <a:avLst/>
          </a:prstGeom>
        </p:spPr>
      </p:pic>
      <p:pic>
        <p:nvPicPr>
          <p:cNvPr id="5" name="Content Placeholder 4">
            <a:extLst>
              <a:ext uri="{FF2B5EF4-FFF2-40B4-BE49-F238E27FC236}">
                <a16:creationId xmlns:a16="http://schemas.microsoft.com/office/drawing/2014/main" id="{142EDC18-A60D-EF65-F068-B908F2E83CF0}"/>
              </a:ext>
            </a:extLst>
          </p:cNvPr>
          <p:cNvPicPr>
            <a:picLocks noChangeAspect="1"/>
          </p:cNvPicPr>
          <p:nvPr/>
        </p:nvPicPr>
        <p:blipFill>
          <a:blip r:embed="rId3"/>
          <a:stretch>
            <a:fillRect/>
          </a:stretch>
        </p:blipFill>
        <p:spPr>
          <a:xfrm>
            <a:off x="6223865" y="3429000"/>
            <a:ext cx="5699598" cy="3120531"/>
          </a:xfrm>
          <a:prstGeom prst="rect">
            <a:avLst/>
          </a:prstGeom>
        </p:spPr>
      </p:pic>
    </p:spTree>
    <p:extLst>
      <p:ext uri="{BB962C8B-B14F-4D97-AF65-F5344CB8AC3E}">
        <p14:creationId xmlns:p14="http://schemas.microsoft.com/office/powerpoint/2010/main" val="2960557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1C347-DC47-48D5-85F3-D2F96B0ACF11}"/>
              </a:ext>
            </a:extLst>
          </p:cNvPr>
          <p:cNvSpPr>
            <a:spLocks noGrp="1"/>
          </p:cNvSpPr>
          <p:nvPr>
            <p:ph type="title"/>
          </p:nvPr>
        </p:nvSpPr>
        <p:spPr>
          <a:xfrm>
            <a:off x="411480" y="991443"/>
            <a:ext cx="4443154" cy="1087819"/>
          </a:xfrm>
        </p:spPr>
        <p:txBody>
          <a:bodyPr anchor="b">
            <a:normAutofit/>
          </a:bodyPr>
          <a:lstStyle/>
          <a:p>
            <a:r>
              <a:rPr lang="en-US" sz="3400"/>
              <a:t>Rides Start and End Destination</a:t>
            </a:r>
          </a:p>
        </p:txBody>
      </p:sp>
      <p:sp>
        <p:nvSpPr>
          <p:cNvPr id="3" name="Content Placeholder 2">
            <a:extLst>
              <a:ext uri="{FF2B5EF4-FFF2-40B4-BE49-F238E27FC236}">
                <a16:creationId xmlns:a16="http://schemas.microsoft.com/office/drawing/2014/main" id="{8BE078DB-64B1-D37E-743D-397A0A629C2E}"/>
              </a:ext>
            </a:extLst>
          </p:cNvPr>
          <p:cNvSpPr>
            <a:spLocks noGrp="1"/>
          </p:cNvSpPr>
          <p:nvPr>
            <p:ph idx="1"/>
          </p:nvPr>
        </p:nvSpPr>
        <p:spPr>
          <a:xfrm>
            <a:off x="6384450" y="991443"/>
            <a:ext cx="5396069" cy="1087819"/>
          </a:xfrm>
        </p:spPr>
        <p:txBody>
          <a:bodyPr>
            <a:normAutofit fontScale="85000" lnSpcReduction="10000"/>
          </a:bodyPr>
          <a:lstStyle/>
          <a:p>
            <a:r>
              <a:rPr lang="en-US" sz="1800" dirty="0"/>
              <a:t>Members and Casuals start and end stations are different.</a:t>
            </a:r>
          </a:p>
          <a:p>
            <a:r>
              <a:rPr lang="en-US" sz="1800" dirty="0"/>
              <a:t>A lot more casuals tend to ride along the coast.</a:t>
            </a:r>
          </a:p>
          <a:p>
            <a:r>
              <a:rPr lang="en-US" sz="1800" dirty="0"/>
              <a:t>With Streeter Dr &amp; Grand Ave being the most popular start and end station.</a:t>
            </a:r>
          </a:p>
        </p:txBody>
      </p:sp>
      <p:pic>
        <p:nvPicPr>
          <p:cNvPr id="5" name="Picture 4">
            <a:extLst>
              <a:ext uri="{FF2B5EF4-FFF2-40B4-BE49-F238E27FC236}">
                <a16:creationId xmlns:a16="http://schemas.microsoft.com/office/drawing/2014/main" id="{A0F63BC9-FFA1-3D22-6793-C198DEAB5F24}"/>
              </a:ext>
            </a:extLst>
          </p:cNvPr>
          <p:cNvPicPr>
            <a:picLocks noChangeAspect="1"/>
          </p:cNvPicPr>
          <p:nvPr/>
        </p:nvPicPr>
        <p:blipFill>
          <a:blip r:embed="rId2"/>
          <a:stretch>
            <a:fillRect/>
          </a:stretch>
        </p:blipFill>
        <p:spPr>
          <a:xfrm>
            <a:off x="1839579" y="2361599"/>
            <a:ext cx="8988026" cy="4359192"/>
          </a:xfrm>
          <a:prstGeom prst="rect">
            <a:avLst/>
          </a:prstGeom>
        </p:spPr>
      </p:pic>
    </p:spTree>
    <p:extLst>
      <p:ext uri="{BB962C8B-B14F-4D97-AF65-F5344CB8AC3E}">
        <p14:creationId xmlns:p14="http://schemas.microsoft.com/office/powerpoint/2010/main" val="3471935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5FE7F-9EFB-A9E4-9403-6F534E275DD9}"/>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00FF124D-29B4-87FC-9421-80D802494F38}"/>
              </a:ext>
            </a:extLst>
          </p:cNvPr>
          <p:cNvSpPr>
            <a:spLocks noGrp="1"/>
          </p:cNvSpPr>
          <p:nvPr>
            <p:ph idx="1"/>
          </p:nvPr>
        </p:nvSpPr>
        <p:spPr/>
        <p:txBody>
          <a:bodyPr/>
          <a:lstStyle/>
          <a:p>
            <a:pPr marL="514350" indent="-514350">
              <a:buAutoNum type="arabicPeriod"/>
            </a:pPr>
            <a:r>
              <a:rPr lang="en-US" b="1" dirty="0"/>
              <a:t>Target Casual Riders on Weekends</a:t>
            </a:r>
            <a:r>
              <a:rPr lang="en-US" dirty="0"/>
              <a:t>.</a:t>
            </a:r>
          </a:p>
          <a:p>
            <a:pPr lvl="1"/>
            <a:r>
              <a:rPr lang="en-US" dirty="0"/>
              <a:t>Casual riders tend to ride bikes for more on weekends. Therefore, marketing campaigns can target casual riders on weekends by offering discounts and promotions for annual memberships..</a:t>
            </a:r>
          </a:p>
        </p:txBody>
      </p:sp>
    </p:spTree>
    <p:extLst>
      <p:ext uri="{BB962C8B-B14F-4D97-AF65-F5344CB8AC3E}">
        <p14:creationId xmlns:p14="http://schemas.microsoft.com/office/powerpoint/2010/main" val="1929970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8E0AC-7204-A9BD-AEDA-304D7885A2FA}"/>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244896AD-B2A7-4011-6AD0-9880C779ABBA}"/>
              </a:ext>
            </a:extLst>
          </p:cNvPr>
          <p:cNvSpPr>
            <a:spLocks noGrp="1"/>
          </p:cNvSpPr>
          <p:nvPr>
            <p:ph idx="1"/>
          </p:nvPr>
        </p:nvSpPr>
        <p:spPr/>
        <p:txBody>
          <a:bodyPr/>
          <a:lstStyle/>
          <a:p>
            <a:pPr marL="0" indent="0">
              <a:buNone/>
            </a:pPr>
            <a:r>
              <a:rPr lang="en-US" dirty="0"/>
              <a:t>2. </a:t>
            </a:r>
            <a:r>
              <a:rPr lang="en-US" b="1" dirty="0"/>
              <a:t>Target the Coastal Stations.</a:t>
            </a:r>
          </a:p>
          <a:p>
            <a:pPr lvl="1"/>
            <a:r>
              <a:rPr lang="en-US" dirty="0"/>
              <a:t>Casual riders tend to ride more around the coast than in any other area. Put out more signs, fliers and posters by those stations to help increase annual membership.</a:t>
            </a:r>
          </a:p>
        </p:txBody>
      </p:sp>
    </p:spTree>
    <p:extLst>
      <p:ext uri="{BB962C8B-B14F-4D97-AF65-F5344CB8AC3E}">
        <p14:creationId xmlns:p14="http://schemas.microsoft.com/office/powerpoint/2010/main" val="3701240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5EF96-CD65-C91F-79A7-E3D6EE1417C8}"/>
              </a:ext>
            </a:extLst>
          </p:cNvPr>
          <p:cNvSpPr>
            <a:spLocks noGrp="1"/>
          </p:cNvSpPr>
          <p:nvPr>
            <p:ph type="title"/>
          </p:nvPr>
        </p:nvSpPr>
        <p:spPr/>
        <p:txBody>
          <a:bodyPr/>
          <a:lstStyle/>
          <a:p>
            <a:r>
              <a:rPr lang="en-US" dirty="0"/>
              <a:t>Recommendation</a:t>
            </a:r>
          </a:p>
        </p:txBody>
      </p:sp>
      <p:sp>
        <p:nvSpPr>
          <p:cNvPr id="3" name="Content Placeholder 2">
            <a:extLst>
              <a:ext uri="{FF2B5EF4-FFF2-40B4-BE49-F238E27FC236}">
                <a16:creationId xmlns:a16="http://schemas.microsoft.com/office/drawing/2014/main" id="{5DE656FB-C8D3-E23E-059E-E49C7DED682E}"/>
              </a:ext>
            </a:extLst>
          </p:cNvPr>
          <p:cNvSpPr>
            <a:spLocks noGrp="1"/>
          </p:cNvSpPr>
          <p:nvPr>
            <p:ph idx="1"/>
          </p:nvPr>
        </p:nvSpPr>
        <p:spPr/>
        <p:txBody>
          <a:bodyPr/>
          <a:lstStyle/>
          <a:p>
            <a:pPr marL="0" indent="0">
              <a:buNone/>
            </a:pPr>
            <a:r>
              <a:rPr lang="en-US" b="1" dirty="0"/>
              <a:t>3. Highlight the Benefits of Annual Membership.</a:t>
            </a:r>
          </a:p>
          <a:p>
            <a:pPr lvl="1"/>
            <a:r>
              <a:rPr lang="en-US" dirty="0"/>
              <a:t>Both casuals and members like riding their bikes in the evening. Marketing strategy should highlight the benefits of annual memberships to casual riders. For instance, campaign can emphasize that annual members get discounts on rides and can reserve bikes in advance. This can help to incentivize casual riders to become annual members by showcasing these benefits.</a:t>
            </a:r>
          </a:p>
        </p:txBody>
      </p:sp>
    </p:spTree>
    <p:extLst>
      <p:ext uri="{BB962C8B-B14F-4D97-AF65-F5344CB8AC3E}">
        <p14:creationId xmlns:p14="http://schemas.microsoft.com/office/powerpoint/2010/main" val="3269636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8CFF-A25E-930A-27CE-6A5010ADA76C}"/>
              </a:ext>
            </a:extLst>
          </p:cNvPr>
          <p:cNvSpPr>
            <a:spLocks noGrp="1"/>
          </p:cNvSpPr>
          <p:nvPr>
            <p:ph type="title"/>
          </p:nvPr>
        </p:nvSpPr>
        <p:spPr/>
        <p:txBody>
          <a:bodyPr/>
          <a:lstStyle/>
          <a:p>
            <a:r>
              <a:rPr lang="en-US" dirty="0"/>
              <a:t>Source</a:t>
            </a:r>
          </a:p>
        </p:txBody>
      </p:sp>
      <p:sp>
        <p:nvSpPr>
          <p:cNvPr id="3" name="Content Placeholder 2">
            <a:extLst>
              <a:ext uri="{FF2B5EF4-FFF2-40B4-BE49-F238E27FC236}">
                <a16:creationId xmlns:a16="http://schemas.microsoft.com/office/drawing/2014/main" id="{2F61546E-69ED-DF14-29CD-916C4D7107E0}"/>
              </a:ext>
            </a:extLst>
          </p:cNvPr>
          <p:cNvSpPr>
            <a:spLocks noGrp="1"/>
          </p:cNvSpPr>
          <p:nvPr>
            <p:ph idx="1"/>
          </p:nvPr>
        </p:nvSpPr>
        <p:spPr/>
        <p:txBody>
          <a:bodyPr/>
          <a:lstStyle/>
          <a:p>
            <a:pPr marL="0" indent="0">
              <a:buNone/>
            </a:pPr>
            <a:r>
              <a:rPr lang="en-US" dirty="0"/>
              <a:t>Data were obtained directly from company records available at:</a:t>
            </a:r>
          </a:p>
          <a:p>
            <a:pPr marL="0" indent="0">
              <a:buNone/>
            </a:pPr>
            <a:r>
              <a:rPr lang="en-US" dirty="0"/>
              <a:t>https://divvy-tripdata.s3.amazonaws.com/index.html</a:t>
            </a:r>
          </a:p>
          <a:p>
            <a:pPr marL="0" indent="0">
              <a:buNone/>
            </a:pPr>
            <a:endParaRPr lang="en-US" dirty="0"/>
          </a:p>
          <a:p>
            <a:pPr marL="0" indent="0">
              <a:buNone/>
            </a:pPr>
            <a:r>
              <a:rPr lang="en-US" dirty="0"/>
              <a:t>License to use data is available at :</a:t>
            </a:r>
          </a:p>
          <a:p>
            <a:pPr marL="0" indent="0">
              <a:buNone/>
            </a:pPr>
            <a:r>
              <a:rPr lang="en-US" dirty="0"/>
              <a:t>https://www.divvybikes.com/data-license-agreement</a:t>
            </a:r>
          </a:p>
          <a:p>
            <a:pPr marL="0" indent="0">
              <a:buNone/>
            </a:pPr>
            <a:endParaRPr lang="en-US" dirty="0"/>
          </a:p>
          <a:p>
            <a:pPr marL="0" indent="0">
              <a:buNone/>
            </a:pPr>
            <a:r>
              <a:rPr lang="en-US" dirty="0"/>
              <a:t>Data is from December 2023 – November 2024</a:t>
            </a:r>
          </a:p>
        </p:txBody>
      </p:sp>
    </p:spTree>
    <p:extLst>
      <p:ext uri="{BB962C8B-B14F-4D97-AF65-F5344CB8AC3E}">
        <p14:creationId xmlns:p14="http://schemas.microsoft.com/office/powerpoint/2010/main" val="1962136660"/>
      </p:ext>
    </p:extLst>
  </p:cSld>
  <p:clrMapOvr>
    <a:masterClrMapping/>
  </p:clrMapOvr>
</p:sld>
</file>

<file path=ppt/theme/theme1.xml><?xml version="1.0" encoding="utf-8"?>
<a:theme xmlns:a="http://schemas.openxmlformats.org/drawingml/2006/main" name="Office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1834</TotalTime>
  <Words>470</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Cyclistic Case Study </vt:lpstr>
      <vt:lpstr>Project Purpose:</vt:lpstr>
      <vt:lpstr>Data Cleaning Process </vt:lpstr>
      <vt:lpstr>Data Manipulation</vt:lpstr>
      <vt:lpstr>Members vs Casuals by Month</vt:lpstr>
      <vt:lpstr>Members vs Casuals by the Day of the Week</vt:lpstr>
      <vt:lpstr>Members vs Casuals by the Hour</vt:lpstr>
      <vt:lpstr>Rides Start and End Destination</vt:lpstr>
      <vt:lpstr>Recommendation</vt:lpstr>
      <vt:lpstr>Recommendation</vt:lpstr>
      <vt:lpstr>Recommendation</vt:lpstr>
      <vt:lpstr>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Rodrigue Pefung</dc:creator>
  <cp:lastModifiedBy>Rodrigue Pefung</cp:lastModifiedBy>
  <cp:revision>2</cp:revision>
  <dcterms:created xsi:type="dcterms:W3CDTF">2025-10-27T02:11:18Z</dcterms:created>
  <dcterms:modified xsi:type="dcterms:W3CDTF">2026-01-20T01:52:33Z</dcterms:modified>
</cp:coreProperties>
</file>